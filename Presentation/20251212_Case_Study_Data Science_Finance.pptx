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sldIdLst>
    <p:sldId id="2147379561" r:id="rId6"/>
    <p:sldId id="2147474751" r:id="rId7"/>
    <p:sldId id="2147474752" r:id="rId8"/>
    <p:sldId id="2147474753" r:id="rId9"/>
    <p:sldId id="2147474755" r:id="rId10"/>
    <p:sldId id="2147474756" r:id="rId11"/>
    <p:sldId id="214747475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D95ACA-0027-4661-B129-311DE4C11363}" v="6" dt="2025-12-18T09:56:26.0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22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lles Mate, TH-71" userId="91bb1363-e764-482a-bb5c-9f46b2529a3f" providerId="ADAL" clId="{4A5190A4-460F-4CE4-B557-FF662E7A662F}"/>
    <pc:docChg chg="modSld">
      <pc:chgData name="Illes Mate, TH-71" userId="91bb1363-e764-482a-bb5c-9f46b2529a3f" providerId="ADAL" clId="{4A5190A4-460F-4CE4-B557-FF662E7A662F}" dt="2025-12-18T09:56:27.391" v="7" actId="20577"/>
      <pc:docMkLst>
        <pc:docMk/>
      </pc:docMkLst>
      <pc:sldChg chg="modSp mod">
        <pc:chgData name="Illes Mate, TH-71" userId="91bb1363-e764-482a-bb5c-9f46b2529a3f" providerId="ADAL" clId="{4A5190A4-460F-4CE4-B557-FF662E7A662F}" dt="2025-12-18T09:56:27.391" v="7" actId="20577"/>
        <pc:sldMkLst>
          <pc:docMk/>
          <pc:sldMk cId="3121833503" sldId="2147474754"/>
        </pc:sldMkLst>
        <pc:spChg chg="mod">
          <ac:chgData name="Illes Mate, TH-71" userId="91bb1363-e764-482a-bb5c-9f46b2529a3f" providerId="ADAL" clId="{4A5190A4-460F-4CE4-B557-FF662E7A662F}" dt="2025-12-18T09:56:27.391" v="7" actId="20577"/>
          <ac:spMkLst>
            <pc:docMk/>
            <pc:sldMk cId="3121833503" sldId="2147474754"/>
            <ac:spMk id="3" creationId="{A18B21B2-A8DF-7D77-85C7-4E0082662BE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emf"/><Relationship Id="rId9"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oleObject" Target="../embeddings/oleObject3.bin"/><Relationship Id="rId7"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sv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emf"/><Relationship Id="rId9"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Full Picture">
    <p:spTree>
      <p:nvGrpSpPr>
        <p:cNvPr id="1" name=""/>
        <p:cNvGrpSpPr/>
        <p:nvPr/>
      </p:nvGrpSpPr>
      <p:grpSpPr>
        <a:xfrm>
          <a:off x="0" y="0"/>
          <a:ext cx="0" cy="0"/>
          <a:chOff x="0" y="0"/>
          <a:chExt cx="0" cy="0"/>
        </a:xfrm>
      </p:grpSpPr>
      <p:graphicFrame>
        <p:nvGraphicFramePr>
          <p:cNvPr id="14" name="Objekt 13" hidden="1">
            <a:extLst>
              <a:ext uri="{FF2B5EF4-FFF2-40B4-BE49-F238E27FC236}">
                <a16:creationId xmlns:a16="http://schemas.microsoft.com/office/drawing/2014/main" id="{BBDF4C60-5A05-4806-A4DE-2458463FB928}"/>
              </a:ext>
            </a:extLst>
          </p:cNvPr>
          <p:cNvGraphicFramePr>
            <a:graphicFrameLocks noChangeAspect="1"/>
          </p:cNvGraphicFramePr>
          <p:nvPr userDrawn="1">
            <p:custDataLst>
              <p:tags r:id="rId1"/>
            </p:custDataLst>
            <p:extLst>
              <p:ext uri="{D42A27DB-BD31-4B8C-83A1-F6EECF244321}">
                <p14:modId xmlns:p14="http://schemas.microsoft.com/office/powerpoint/2010/main" val="3576905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14" name="Objekt 13" hidden="1">
                        <a:extLst>
                          <a:ext uri="{FF2B5EF4-FFF2-40B4-BE49-F238E27FC236}">
                            <a16:creationId xmlns:a16="http://schemas.microsoft.com/office/drawing/2014/main" id="{BBDF4C60-5A05-4806-A4DE-2458463FB9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8">
            <a:extLst>
              <a:ext uri="{FF2B5EF4-FFF2-40B4-BE49-F238E27FC236}">
                <a16:creationId xmlns:a16="http://schemas.microsoft.com/office/drawing/2014/main" id="{4E0EF039-EC0F-446F-B82A-2FB6C817C8AF}"/>
              </a:ext>
            </a:extLst>
          </p:cNvPr>
          <p:cNvSpPr>
            <a:spLocks noGrp="1"/>
          </p:cNvSpPr>
          <p:nvPr>
            <p:ph type="pic" sz="quarter" idx="21" hasCustomPrompt="1"/>
          </p:nvPr>
        </p:nvSpPr>
        <p:spPr>
          <a:xfrm>
            <a:off x="0" y="0"/>
            <a:ext cx="12192000" cy="6572262"/>
          </a:xfrm>
          <a:blipFill>
            <a:blip r:embed="rId5"/>
            <a:srcRect/>
            <a:stretch>
              <a:fillRect/>
            </a:stretch>
          </a:blipFill>
        </p:spPr>
        <p:txBody>
          <a:bodyPr/>
          <a:lstStyle>
            <a:lvl1pPr marL="0" indent="0" rtl="0">
              <a:lnSpc>
                <a:spcPct val="100000"/>
              </a:lnSpc>
              <a:spcAft>
                <a:spcPts val="600"/>
              </a:spcAft>
              <a:buNone/>
              <a:defRPr/>
            </a:lvl1pPr>
          </a:lstStyle>
          <a:p>
            <a:r>
              <a:rPr lang="de-DE" noProof="0"/>
              <a:t> </a:t>
            </a:r>
          </a:p>
        </p:txBody>
      </p:sp>
      <p:sp>
        <p:nvSpPr>
          <p:cNvPr id="2" name="Titel 1"/>
          <p:cNvSpPr>
            <a:spLocks noGrp="1"/>
          </p:cNvSpPr>
          <p:nvPr>
            <p:ph type="ctrTitle" hasCustomPrompt="1"/>
          </p:nvPr>
        </p:nvSpPr>
        <p:spPr>
          <a:xfrm>
            <a:off x="0" y="3801627"/>
            <a:ext cx="12192000" cy="1412864"/>
          </a:xfrm>
          <a:solidFill>
            <a:srgbClr val="000000">
              <a:alpha val="50000"/>
            </a:srgbClr>
          </a:solidFill>
        </p:spPr>
        <p:txBody>
          <a:bodyPr vert="horz" wrap="square" lIns="572400" tIns="72000" rIns="572400" bIns="72000" anchor="b">
            <a:spAutoFit/>
          </a:bodyPr>
          <a:lstStyle>
            <a:lvl1pPr algn="l" rtl="0">
              <a:lnSpc>
                <a:spcPct val="100000"/>
              </a:lnSpc>
              <a:spcAft>
                <a:spcPts val="0"/>
              </a:spcAft>
              <a:defRPr sz="4000" cap="all" baseline="0">
                <a:solidFill>
                  <a:srgbClr val="FFFFFF"/>
                </a:solidFill>
                <a:latin typeface="+mj-lt"/>
              </a:defRPr>
            </a:lvl1pPr>
          </a:lstStyle>
          <a:p>
            <a:r>
              <a:rPr lang="en-US" noProof="0"/>
              <a:t>presentation title, two lines maximum.</a:t>
            </a:r>
            <a:br>
              <a:rPr lang="en-US" noProof="0"/>
            </a:br>
            <a:r>
              <a:rPr lang="en-US" noProof="0"/>
              <a:t>text can be moved vertically.</a:t>
            </a:r>
            <a:endParaRPr lang="de-DE" noProof="0"/>
          </a:p>
        </p:txBody>
      </p:sp>
      <p:sp>
        <p:nvSpPr>
          <p:cNvPr id="3" name="Untertitel 2"/>
          <p:cNvSpPr>
            <a:spLocks noGrp="1"/>
          </p:cNvSpPr>
          <p:nvPr>
            <p:ph type="subTitle" idx="1" hasCustomPrompt="1"/>
          </p:nvPr>
        </p:nvSpPr>
        <p:spPr>
          <a:xfrm>
            <a:off x="0" y="5311365"/>
            <a:ext cx="12192000" cy="453183"/>
          </a:xfrm>
          <a:prstGeom prst="rect">
            <a:avLst/>
          </a:prstGeom>
          <a:solidFill>
            <a:srgbClr val="000000">
              <a:alpha val="50000"/>
            </a:srgbClr>
          </a:solidFill>
        </p:spPr>
        <p:txBody>
          <a:bodyPr wrap="square" lIns="572400" tIns="72000" rIns="572400" bIns="72000">
            <a:spAutoFit/>
          </a:bodyPr>
          <a:lstStyle>
            <a:lvl1pPr marL="0" indent="0" algn="l" rtl="0">
              <a:lnSpc>
                <a:spcPct val="100000"/>
              </a:lnSpc>
              <a:spcAft>
                <a:spcPts val="0"/>
              </a:spcAft>
              <a:buNone/>
              <a:defRPr sz="2000" b="0" cap="all" baseline="0">
                <a:solidFill>
                  <a:srgbClr val="FFFF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err="1"/>
              <a:t>SubTitle</a:t>
            </a:r>
            <a:r>
              <a:rPr lang="de-DE" noProof="0"/>
              <a:t>, </a:t>
            </a:r>
            <a:r>
              <a:rPr lang="de-DE" noProof="0" err="1"/>
              <a:t>two</a:t>
            </a:r>
            <a:r>
              <a:rPr lang="de-DE" noProof="0"/>
              <a:t> </a:t>
            </a:r>
            <a:r>
              <a:rPr lang="de-DE" noProof="0" err="1"/>
              <a:t>lines</a:t>
            </a:r>
            <a:r>
              <a:rPr lang="de-DE" noProof="0"/>
              <a:t> </a:t>
            </a:r>
            <a:r>
              <a:rPr lang="en-US" noProof="0"/>
              <a:t>maximum</a:t>
            </a:r>
            <a:r>
              <a:rPr lang="de-DE" noProof="0"/>
              <a:t>.</a:t>
            </a:r>
          </a:p>
        </p:txBody>
      </p:sp>
      <p:sp>
        <p:nvSpPr>
          <p:cNvPr id="13" name="SmartArt-Platzhalter 6">
            <a:extLst>
              <a:ext uri="{FF2B5EF4-FFF2-40B4-BE49-F238E27FC236}">
                <a16:creationId xmlns:a16="http://schemas.microsoft.com/office/drawing/2014/main" id="{9A73E91D-2689-49C7-A58E-E621D71E8696}"/>
              </a:ext>
            </a:extLst>
          </p:cNvPr>
          <p:cNvSpPr>
            <a:spLocks noGrp="1" noChangeAspect="1"/>
          </p:cNvSpPr>
          <p:nvPr>
            <p:ph type="dgm" sz="quarter" idx="24" hasCustomPrompt="1"/>
          </p:nvPr>
        </p:nvSpPr>
        <p:spPr>
          <a:xfrm>
            <a:off x="572400" y="572399"/>
            <a:ext cx="1099906" cy="572400"/>
          </a:xfrm>
          <a:blipFill>
            <a:blip r:embed="rId6">
              <a:extLst>
                <a:ext uri="{96DAC541-7B7A-43D3-8B79-37D633B846F1}">
                  <asvg:svgBlip xmlns:asvg="http://schemas.microsoft.com/office/drawing/2016/SVG/main" r:embed="rId7"/>
                </a:ext>
              </a:extLst>
            </a:blip>
            <a:stretch>
              <a:fillRect/>
            </a:stretch>
          </a:blipFill>
        </p:spPr>
        <p:txBody>
          <a:bodyPr/>
          <a:lstStyle>
            <a:lvl1pPr marL="0" indent="0">
              <a:buNone/>
              <a:defRPr sz="400">
                <a:solidFill>
                  <a:schemeClr val="tx2"/>
                </a:solidFill>
              </a:defRPr>
            </a:lvl1pPr>
          </a:lstStyle>
          <a:p>
            <a:r>
              <a:rPr lang="de-DE"/>
              <a:t>.</a:t>
            </a:r>
          </a:p>
        </p:txBody>
      </p:sp>
      <p:sp>
        <p:nvSpPr>
          <p:cNvPr id="11" name="Textplatzhalter 14">
            <a:extLst>
              <a:ext uri="{FF2B5EF4-FFF2-40B4-BE49-F238E27FC236}">
                <a16:creationId xmlns:a16="http://schemas.microsoft.com/office/drawing/2014/main" id="{242C1189-490C-4AEF-A482-D67AEF6652A6}"/>
              </a:ext>
            </a:extLst>
          </p:cNvPr>
          <p:cNvSpPr>
            <a:spLocks noGrp="1"/>
          </p:cNvSpPr>
          <p:nvPr>
            <p:ph type="body" sz="quarter" idx="22" hasCustomPrompt="1"/>
          </p:nvPr>
        </p:nvSpPr>
        <p:spPr>
          <a:xfrm>
            <a:off x="9537701" y="5887328"/>
            <a:ext cx="2654300" cy="419100"/>
          </a:xfrm>
          <a:custGeom>
            <a:avLst/>
            <a:gdLst>
              <a:gd name="connsiteX0" fmla="*/ 262299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125" h="363401">
                <a:moveTo>
                  <a:pt x="203807" y="0"/>
                </a:moveTo>
                <a:lnTo>
                  <a:pt x="1762125" y="0"/>
                </a:lnTo>
                <a:lnTo>
                  <a:pt x="1762125" y="363401"/>
                </a:lnTo>
                <a:lnTo>
                  <a:pt x="0" y="363401"/>
                </a:lnTo>
                <a:lnTo>
                  <a:pt x="203807" y="0"/>
                </a:lnTo>
                <a:close/>
              </a:path>
            </a:pathLst>
          </a:custGeom>
          <a:solidFill>
            <a:schemeClr val="tx2"/>
          </a:solidFill>
          <a:ln w="19050">
            <a:noFill/>
            <a:miter lim="800000"/>
          </a:ln>
          <a:effectLst>
            <a:outerShdw dist="25400" dir="14400000" algn="b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432054" tIns="72000" rIns="504000" bIns="72000" rtlCol="0" anchor="ctr" anchorCtr="0">
            <a:noAutofit/>
          </a:bodyPr>
          <a:lstStyle>
            <a:lvl1pPr marL="0" indent="0">
              <a:spcAft>
                <a:spcPts val="0"/>
              </a:spcAft>
              <a:buFontTx/>
              <a:buNone/>
              <a:defRPr lang="de-DE" sz="1800" dirty="0">
                <a:solidFill>
                  <a:schemeClr val="bg1"/>
                </a:solidFill>
              </a:defRPr>
            </a:lvl1pPr>
          </a:lstStyle>
          <a:p>
            <a:pPr marL="0" lvl="0"/>
            <a:r>
              <a:rPr lang="de-DE" err="1"/>
              <a:t>Dept</a:t>
            </a:r>
            <a:r>
              <a:rPr lang="de-DE"/>
              <a:t>.</a:t>
            </a:r>
          </a:p>
        </p:txBody>
      </p:sp>
      <p:sp>
        <p:nvSpPr>
          <p:cNvPr id="12" name="SmartArt-Platzhalter 4">
            <a:extLst>
              <a:ext uri="{FF2B5EF4-FFF2-40B4-BE49-F238E27FC236}">
                <a16:creationId xmlns:a16="http://schemas.microsoft.com/office/drawing/2014/main" id="{91F38C08-7DAB-40EA-8FF0-2D106FFB8C38}"/>
              </a:ext>
            </a:extLst>
          </p:cNvPr>
          <p:cNvSpPr>
            <a:spLocks noGrp="1"/>
          </p:cNvSpPr>
          <p:nvPr>
            <p:ph type="dgm" sz="quarter" idx="23" hasCustomPrompt="1"/>
          </p:nvPr>
        </p:nvSpPr>
        <p:spPr>
          <a:xfrm>
            <a:off x="11047200" y="572400"/>
            <a:ext cx="572400" cy="572400"/>
          </a:xfrm>
          <a:blipFill>
            <a:blip r:embed="rId8">
              <a:extLst>
                <a:ext uri="{96DAC541-7B7A-43D3-8B79-37D633B846F1}">
                  <asvg:svgBlip xmlns:asvg="http://schemas.microsoft.com/office/drawing/2016/SVG/main" r:embed="rId9"/>
                </a:ext>
              </a:extLst>
            </a:blip>
            <a:stretch>
              <a:fillRect/>
            </a:stretch>
          </a:blipFill>
        </p:spPr>
        <p:txBody>
          <a:bodyPr/>
          <a:lstStyle>
            <a:lvl1pPr marL="0" indent="0">
              <a:buNone/>
              <a:defRPr sz="400">
                <a:solidFill>
                  <a:schemeClr val="tx2"/>
                </a:solidFill>
              </a:defRPr>
            </a:lvl1pPr>
          </a:lstStyle>
          <a:p>
            <a:r>
              <a:rPr lang="de-DE"/>
              <a:t>.</a:t>
            </a:r>
          </a:p>
        </p:txBody>
      </p:sp>
      <p:sp>
        <p:nvSpPr>
          <p:cNvPr id="15" name="Rechteck 14">
            <a:extLst>
              <a:ext uri="{FF2B5EF4-FFF2-40B4-BE49-F238E27FC236}">
                <a16:creationId xmlns:a16="http://schemas.microsoft.com/office/drawing/2014/main" id="{524A7759-6E31-438A-9AD1-3FC2E181C7AD}"/>
              </a:ext>
            </a:extLst>
          </p:cNvPr>
          <p:cNvSpPr/>
          <p:nvPr userDrawn="1"/>
        </p:nvSpPr>
        <p:spPr bwMode="white">
          <a:xfrm>
            <a:off x="11001080" y="6608189"/>
            <a:ext cx="1190920" cy="249811"/>
          </a:xfrm>
          <a:prstGeom prst="rect">
            <a:avLst/>
          </a:prstGeom>
          <a:solidFill>
            <a:schemeClr val="bg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GB">
              <a:solidFill>
                <a:schemeClr val="tx1"/>
              </a:solidFill>
            </a:endParaRPr>
          </a:p>
        </p:txBody>
      </p:sp>
      <p:sp>
        <p:nvSpPr>
          <p:cNvPr id="16" name="Inhaltsplatzhalter 4">
            <a:extLst>
              <a:ext uri="{FF2B5EF4-FFF2-40B4-BE49-F238E27FC236}">
                <a16:creationId xmlns:a16="http://schemas.microsoft.com/office/drawing/2014/main" id="{D1527D47-B0E2-4C94-9DB7-C2442EC482CA}"/>
              </a:ext>
            </a:extLst>
          </p:cNvPr>
          <p:cNvSpPr>
            <a:spLocks noGrp="1"/>
          </p:cNvSpPr>
          <p:nvPr>
            <p:ph sz="quarter" idx="25" hasCustomPrompt="1"/>
          </p:nvPr>
        </p:nvSpPr>
        <p:spPr>
          <a:xfrm>
            <a:off x="570972" y="1182932"/>
            <a:ext cx="1685845" cy="247034"/>
          </a:xfrm>
        </p:spPr>
        <p:txBody>
          <a:bodyPr/>
          <a:lstStyle>
            <a:lvl1pPr marL="0" indent="0">
              <a:buFontTx/>
              <a:buNone/>
              <a:defRPr sz="1900">
                <a:solidFill>
                  <a:schemeClr val="bg1"/>
                </a:solidFill>
                <a:latin typeface="BMWGroupTN Light" pitchFamily="50" charset="0"/>
              </a:defRPr>
            </a:lvl1pPr>
          </a:lstStyle>
          <a:p>
            <a:pPr lvl="0"/>
            <a:r>
              <a:rPr lang="de-DE" err="1"/>
              <a:t>Gyár</a:t>
            </a:r>
            <a:r>
              <a:rPr lang="de-DE"/>
              <a:t> Debrecen</a:t>
            </a:r>
            <a:endParaRPr lang="en-GB"/>
          </a:p>
        </p:txBody>
      </p:sp>
    </p:spTree>
    <p:extLst>
      <p:ext uri="{BB962C8B-B14F-4D97-AF65-F5344CB8AC3E}">
        <p14:creationId xmlns:p14="http://schemas.microsoft.com/office/powerpoint/2010/main" val="3353219133"/>
      </p:ext>
    </p:extLst>
  </p:cSld>
  <p:clrMapOvr>
    <a:masterClrMapping/>
  </p:clrMapOvr>
  <p:extLst>
    <p:ext uri="{DCECCB84-F9BA-43D5-87BE-67443E8EF086}">
      <p15:sldGuideLst xmlns:p15="http://schemas.microsoft.com/office/powerpoint/2012/main">
        <p15:guide id="1" pos="360">
          <p15:clr>
            <a:srgbClr val="FBAE40"/>
          </p15:clr>
        </p15:guide>
        <p15:guide id="2" orient="horz" pos="2160">
          <p15:clr>
            <a:srgbClr val="FBAE40"/>
          </p15:clr>
        </p15:guide>
        <p15:guide id="3" pos="732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Full Area">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E701C665-C272-490E-8A21-0107CBA54ED1}"/>
              </a:ext>
            </a:extLst>
          </p:cNvPr>
          <p:cNvGraphicFramePr>
            <a:graphicFrameLocks noChangeAspect="1"/>
          </p:cNvGraphicFramePr>
          <p:nvPr userDrawn="1">
            <p:custDataLst>
              <p:tags r:id="rId1"/>
            </p:custDataLst>
            <p:extLst>
              <p:ext uri="{D42A27DB-BD31-4B8C-83A1-F6EECF244321}">
                <p14:modId xmlns:p14="http://schemas.microsoft.com/office/powerpoint/2010/main" val="372291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8" name="Objekt 7" hidden="1">
                        <a:extLst>
                          <a:ext uri="{FF2B5EF4-FFF2-40B4-BE49-F238E27FC236}">
                            <a16:creationId xmlns:a16="http://schemas.microsoft.com/office/drawing/2014/main" id="{E701C665-C272-490E-8A21-0107CBA54E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8">
            <a:extLst>
              <a:ext uri="{FF2B5EF4-FFF2-40B4-BE49-F238E27FC236}">
                <a16:creationId xmlns:a16="http://schemas.microsoft.com/office/drawing/2014/main" id="{4E0EF039-EC0F-446F-B82A-2FB6C817C8AF}"/>
              </a:ext>
            </a:extLst>
          </p:cNvPr>
          <p:cNvSpPr>
            <a:spLocks noGrp="1"/>
          </p:cNvSpPr>
          <p:nvPr>
            <p:ph type="pic" sz="quarter" idx="21" hasCustomPrompt="1"/>
          </p:nvPr>
        </p:nvSpPr>
        <p:spPr>
          <a:xfrm>
            <a:off x="0" y="0"/>
            <a:ext cx="12192000" cy="6572262"/>
          </a:xfrm>
          <a:gradFill>
            <a:gsLst>
              <a:gs pos="1000">
                <a:schemeClr val="tx2"/>
              </a:gs>
              <a:gs pos="100000">
                <a:schemeClr val="tx2">
                  <a:lumMod val="50000"/>
                </a:schemeClr>
              </a:gs>
            </a:gsLst>
            <a:lin ang="5400000" scaled="0"/>
          </a:gradFill>
        </p:spPr>
        <p:txBody>
          <a:bodyPr/>
          <a:lstStyle>
            <a:lvl1pPr marL="0" indent="0" rtl="0">
              <a:lnSpc>
                <a:spcPct val="100000"/>
              </a:lnSpc>
              <a:spcAft>
                <a:spcPts val="600"/>
              </a:spcAft>
              <a:buNone/>
              <a:defRPr/>
            </a:lvl1pPr>
          </a:lstStyle>
          <a:p>
            <a:r>
              <a:rPr lang="de-DE" noProof="0"/>
              <a:t> </a:t>
            </a:r>
          </a:p>
        </p:txBody>
      </p:sp>
      <p:sp>
        <p:nvSpPr>
          <p:cNvPr id="14" name="Textplatzhalter 14">
            <a:extLst>
              <a:ext uri="{FF2B5EF4-FFF2-40B4-BE49-F238E27FC236}">
                <a16:creationId xmlns:a16="http://schemas.microsoft.com/office/drawing/2014/main" id="{88DEDB73-663D-4E69-BA2A-A35D3F0824E9}"/>
              </a:ext>
            </a:extLst>
          </p:cNvPr>
          <p:cNvSpPr>
            <a:spLocks noGrp="1"/>
          </p:cNvSpPr>
          <p:nvPr>
            <p:ph type="body" sz="quarter" idx="22" hasCustomPrompt="1"/>
          </p:nvPr>
        </p:nvSpPr>
        <p:spPr>
          <a:xfrm>
            <a:off x="9537701" y="5887328"/>
            <a:ext cx="2654300" cy="419100"/>
          </a:xfrm>
          <a:custGeom>
            <a:avLst/>
            <a:gdLst>
              <a:gd name="connsiteX0" fmla="*/ 262299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125" h="363401">
                <a:moveTo>
                  <a:pt x="203807" y="0"/>
                </a:moveTo>
                <a:lnTo>
                  <a:pt x="1762125" y="0"/>
                </a:lnTo>
                <a:lnTo>
                  <a:pt x="1762125" y="363401"/>
                </a:lnTo>
                <a:lnTo>
                  <a:pt x="0" y="363401"/>
                </a:lnTo>
                <a:lnTo>
                  <a:pt x="203807" y="0"/>
                </a:lnTo>
                <a:close/>
              </a:path>
            </a:pathLst>
          </a:custGeom>
          <a:solidFill>
            <a:schemeClr val="tx2"/>
          </a:solidFill>
          <a:ln w="19050">
            <a:noFill/>
            <a:miter lim="800000"/>
          </a:ln>
          <a:effectLst>
            <a:outerShdw dist="25400" dir="14400000" algn="b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432054" tIns="72000" rIns="504000" bIns="72000" rtlCol="0" anchor="ctr" anchorCtr="0">
            <a:noAutofit/>
          </a:bodyPr>
          <a:lstStyle>
            <a:lvl1pPr marL="0" indent="0">
              <a:spcAft>
                <a:spcPts val="0"/>
              </a:spcAft>
              <a:buFontTx/>
              <a:buNone/>
              <a:defRPr lang="de-DE" sz="1800" dirty="0">
                <a:solidFill>
                  <a:schemeClr val="bg1"/>
                </a:solidFill>
              </a:defRPr>
            </a:lvl1pPr>
          </a:lstStyle>
          <a:p>
            <a:pPr marL="0" lvl="0"/>
            <a:r>
              <a:rPr lang="de-DE" err="1"/>
              <a:t>Dept</a:t>
            </a:r>
            <a:r>
              <a:rPr lang="de-DE"/>
              <a:t>.</a:t>
            </a:r>
          </a:p>
        </p:txBody>
      </p:sp>
      <p:sp>
        <p:nvSpPr>
          <p:cNvPr id="2" name="Titel 1"/>
          <p:cNvSpPr>
            <a:spLocks noGrp="1"/>
          </p:cNvSpPr>
          <p:nvPr>
            <p:ph type="ctrTitle" hasCustomPrompt="1"/>
          </p:nvPr>
        </p:nvSpPr>
        <p:spPr>
          <a:xfrm>
            <a:off x="0" y="3837978"/>
            <a:ext cx="12192000" cy="1376513"/>
          </a:xfrm>
          <a:noFill/>
        </p:spPr>
        <p:txBody>
          <a:bodyPr vert="horz" wrap="square" lIns="572400" tIns="72000" rIns="572400" bIns="72000" anchor="b">
            <a:spAutoFit/>
          </a:bodyPr>
          <a:lstStyle>
            <a:lvl1pPr algn="l" rtl="0">
              <a:lnSpc>
                <a:spcPct val="100000"/>
              </a:lnSpc>
              <a:spcAft>
                <a:spcPts val="0"/>
              </a:spcAft>
              <a:defRPr sz="4000" cap="all" baseline="0">
                <a:solidFill>
                  <a:schemeClr val="bg1"/>
                </a:solidFill>
                <a:latin typeface="+mj-lt"/>
              </a:defRPr>
            </a:lvl1pPr>
          </a:lstStyle>
          <a:p>
            <a:r>
              <a:rPr lang="en-US" noProof="0"/>
              <a:t>presentation title, two lines maximum.</a:t>
            </a:r>
            <a:br>
              <a:rPr lang="en-US" noProof="0"/>
            </a:br>
            <a:r>
              <a:rPr lang="en-US" noProof="0"/>
              <a:t>text can be moved vertically.</a:t>
            </a:r>
            <a:endParaRPr lang="de-DE" noProof="0"/>
          </a:p>
        </p:txBody>
      </p:sp>
      <p:sp>
        <p:nvSpPr>
          <p:cNvPr id="3" name="Untertitel 2"/>
          <p:cNvSpPr>
            <a:spLocks noGrp="1"/>
          </p:cNvSpPr>
          <p:nvPr>
            <p:ph type="subTitle" idx="1" hasCustomPrompt="1"/>
          </p:nvPr>
        </p:nvSpPr>
        <p:spPr>
          <a:xfrm>
            <a:off x="0" y="5311365"/>
            <a:ext cx="12192000" cy="453183"/>
          </a:xfrm>
          <a:prstGeom prst="rect">
            <a:avLst/>
          </a:prstGeom>
          <a:noFill/>
        </p:spPr>
        <p:txBody>
          <a:bodyPr wrap="square" lIns="572400" tIns="72000" rIns="572400" bIns="72000">
            <a:spAutoFit/>
          </a:bodyPr>
          <a:lstStyle>
            <a:lvl1pPr marL="0" indent="0" algn="l" rtl="0">
              <a:lnSpc>
                <a:spcPct val="100000"/>
              </a:lnSpc>
              <a:spcAft>
                <a:spcPts val="0"/>
              </a:spcAft>
              <a:buNone/>
              <a:defRPr sz="2000" b="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err="1"/>
              <a:t>SubTitle</a:t>
            </a:r>
            <a:r>
              <a:rPr lang="de-DE" noProof="0"/>
              <a:t>, </a:t>
            </a:r>
            <a:r>
              <a:rPr lang="de-DE" noProof="0" err="1"/>
              <a:t>two</a:t>
            </a:r>
            <a:r>
              <a:rPr lang="de-DE" noProof="0"/>
              <a:t> </a:t>
            </a:r>
            <a:r>
              <a:rPr lang="de-DE" noProof="0" err="1"/>
              <a:t>lines</a:t>
            </a:r>
            <a:r>
              <a:rPr lang="de-DE" noProof="0"/>
              <a:t> </a:t>
            </a:r>
            <a:r>
              <a:rPr lang="en-US" noProof="0"/>
              <a:t>maximum</a:t>
            </a:r>
            <a:r>
              <a:rPr lang="de-DE" noProof="0"/>
              <a:t>.</a:t>
            </a:r>
          </a:p>
        </p:txBody>
      </p:sp>
      <p:sp>
        <p:nvSpPr>
          <p:cNvPr id="17" name="SmartArt-Platzhalter 6">
            <a:extLst>
              <a:ext uri="{FF2B5EF4-FFF2-40B4-BE49-F238E27FC236}">
                <a16:creationId xmlns:a16="http://schemas.microsoft.com/office/drawing/2014/main" id="{BEF5298C-10DE-4459-A25C-6BF3ABC562A5}"/>
              </a:ext>
            </a:extLst>
          </p:cNvPr>
          <p:cNvSpPr>
            <a:spLocks noGrp="1" noChangeAspect="1"/>
          </p:cNvSpPr>
          <p:nvPr>
            <p:ph type="dgm" sz="quarter" idx="24" hasCustomPrompt="1"/>
          </p:nvPr>
        </p:nvSpPr>
        <p:spPr>
          <a:xfrm>
            <a:off x="572400" y="572399"/>
            <a:ext cx="1099906" cy="57240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400">
                <a:solidFill>
                  <a:schemeClr val="tx2"/>
                </a:solidFill>
              </a:defRPr>
            </a:lvl1pPr>
          </a:lstStyle>
          <a:p>
            <a:r>
              <a:rPr lang="de-DE"/>
              <a:t>.</a:t>
            </a:r>
          </a:p>
        </p:txBody>
      </p:sp>
      <p:sp>
        <p:nvSpPr>
          <p:cNvPr id="18" name="SmartArt-Platzhalter 4">
            <a:extLst>
              <a:ext uri="{FF2B5EF4-FFF2-40B4-BE49-F238E27FC236}">
                <a16:creationId xmlns:a16="http://schemas.microsoft.com/office/drawing/2014/main" id="{FCCF42BF-D9E0-4820-BABA-DAF1A43D227B}"/>
              </a:ext>
            </a:extLst>
          </p:cNvPr>
          <p:cNvSpPr>
            <a:spLocks noGrp="1" noChangeAspect="1"/>
          </p:cNvSpPr>
          <p:nvPr>
            <p:ph type="dgm" sz="quarter" idx="23" hasCustomPrompt="1"/>
          </p:nvPr>
        </p:nvSpPr>
        <p:spPr>
          <a:xfrm>
            <a:off x="9947294" y="572400"/>
            <a:ext cx="1672306" cy="572400"/>
          </a:xfrm>
          <a:blipFill>
            <a:blip r:embed="rId7">
              <a:extLst>
                <a:ext uri="{96DAC541-7B7A-43D3-8B79-37D633B846F1}">
                  <asvg:svgBlip xmlns:asvg="http://schemas.microsoft.com/office/drawing/2016/SVG/main" r:embed="rId8"/>
                </a:ext>
              </a:extLst>
            </a:blip>
            <a:stretch>
              <a:fillRect/>
            </a:stretch>
          </a:blipFill>
        </p:spPr>
        <p:txBody>
          <a:bodyPr/>
          <a:lstStyle>
            <a:lvl1pPr marL="0" indent="0">
              <a:buNone/>
              <a:defRPr sz="400">
                <a:solidFill>
                  <a:schemeClr val="tx2"/>
                </a:solidFill>
              </a:defRPr>
            </a:lvl1pPr>
          </a:lstStyle>
          <a:p>
            <a:r>
              <a:rPr lang="de-DE"/>
              <a:t>.</a:t>
            </a:r>
          </a:p>
        </p:txBody>
      </p:sp>
      <p:sp>
        <p:nvSpPr>
          <p:cNvPr id="11" name="Rechteck 10">
            <a:extLst>
              <a:ext uri="{FF2B5EF4-FFF2-40B4-BE49-F238E27FC236}">
                <a16:creationId xmlns:a16="http://schemas.microsoft.com/office/drawing/2014/main" id="{0C8B21A6-8453-43A9-BD65-C40990DB6E0F}"/>
              </a:ext>
            </a:extLst>
          </p:cNvPr>
          <p:cNvSpPr/>
          <p:nvPr userDrawn="1"/>
        </p:nvSpPr>
        <p:spPr bwMode="white">
          <a:xfrm>
            <a:off x="11001080" y="6608189"/>
            <a:ext cx="1190920" cy="249811"/>
          </a:xfrm>
          <a:prstGeom prst="rect">
            <a:avLst/>
          </a:prstGeom>
          <a:solidFill>
            <a:schemeClr val="bg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GB">
              <a:solidFill>
                <a:schemeClr val="tx1"/>
              </a:solidFill>
            </a:endParaRPr>
          </a:p>
        </p:txBody>
      </p:sp>
    </p:spTree>
    <p:extLst>
      <p:ext uri="{BB962C8B-B14F-4D97-AF65-F5344CB8AC3E}">
        <p14:creationId xmlns:p14="http://schemas.microsoft.com/office/powerpoint/2010/main" val="4130245713"/>
      </p:ext>
    </p:extLst>
  </p:cSld>
  <p:clrMapOvr>
    <a:masterClrMapping/>
  </p:clrMapOvr>
  <p:extLst>
    <p:ext uri="{DCECCB84-F9BA-43D5-87BE-67443E8EF086}">
      <p15:sldGuideLst xmlns:p15="http://schemas.microsoft.com/office/powerpoint/2012/main">
        <p15:guide id="1" pos="359">
          <p15:clr>
            <a:srgbClr val="FBAE40"/>
          </p15:clr>
        </p15:guide>
        <p15:guide id="2" pos="73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Half Area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EF5BEF2A-9A1E-4EAC-B0F5-2DDB471F4249}"/>
              </a:ext>
            </a:extLst>
          </p:cNvPr>
          <p:cNvGraphicFramePr>
            <a:graphicFrameLocks noChangeAspect="1"/>
          </p:cNvGraphicFramePr>
          <p:nvPr userDrawn="1">
            <p:custDataLst>
              <p:tags r:id="rId1"/>
            </p:custDataLst>
            <p:extLst>
              <p:ext uri="{D42A27DB-BD31-4B8C-83A1-F6EECF244321}">
                <p14:modId xmlns:p14="http://schemas.microsoft.com/office/powerpoint/2010/main" val="2754446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EF5BEF2A-9A1E-4EAC-B0F5-2DDB471F42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6">
            <a:extLst>
              <a:ext uri="{FF2B5EF4-FFF2-40B4-BE49-F238E27FC236}">
                <a16:creationId xmlns:a16="http://schemas.microsoft.com/office/drawing/2014/main" id="{26B223D4-141A-4CF8-A0E8-2BDBE75FE81C}"/>
              </a:ext>
            </a:extLst>
          </p:cNvPr>
          <p:cNvSpPr>
            <a:spLocks noGrp="1"/>
          </p:cNvSpPr>
          <p:nvPr>
            <p:ph type="body" sz="quarter" idx="11" hasCustomPrompt="1"/>
          </p:nvPr>
        </p:nvSpPr>
        <p:spPr>
          <a:xfrm>
            <a:off x="479425" y="1422302"/>
            <a:ext cx="6369154" cy="1144352"/>
          </a:xfrm>
        </p:spPr>
        <p:txBody>
          <a:bodyPr wrap="square" lIns="0" tIns="0" rIns="0" bIns="0">
            <a:spAutoFit/>
          </a:bodyPr>
          <a:lstStyle>
            <a:lvl1pPr marL="0" indent="0" rtl="0">
              <a:lnSpc>
                <a:spcPct val="100000"/>
              </a:lnSpc>
              <a:buFontTx/>
              <a:buNone/>
              <a:defRPr sz="7200" b="1">
                <a:solidFill>
                  <a:schemeClr val="tx2"/>
                </a:solidFill>
              </a:defRPr>
            </a:lvl1pPr>
            <a:lvl2pPr marL="0" indent="0">
              <a:buFontTx/>
              <a:buNone/>
              <a:defRPr/>
            </a:lvl2pPr>
            <a:lvl3pPr marL="0" indent="0">
              <a:buFontTx/>
              <a:buNone/>
              <a:defRPr/>
            </a:lvl3pPr>
            <a:lvl4pPr marL="0" indent="0">
              <a:buFontTx/>
              <a:buNone/>
              <a:defRPr/>
            </a:lvl4pPr>
            <a:lvl5pPr marL="0" indent="0">
              <a:buFontTx/>
              <a:buNone/>
              <a:defRPr/>
            </a:lvl5pPr>
          </a:lstStyle>
          <a:p>
            <a:pPr lvl="0"/>
            <a:r>
              <a:rPr lang="de-DE" noProof="0"/>
              <a:t>A1</a:t>
            </a:r>
          </a:p>
        </p:txBody>
      </p:sp>
      <p:sp>
        <p:nvSpPr>
          <p:cNvPr id="7" name="Bildplatzhalter 6">
            <a:extLst>
              <a:ext uri="{FF2B5EF4-FFF2-40B4-BE49-F238E27FC236}">
                <a16:creationId xmlns:a16="http://schemas.microsoft.com/office/drawing/2014/main" id="{69518E7B-00FD-45A8-91EB-08EBB2BB7FA4}"/>
              </a:ext>
            </a:extLst>
          </p:cNvPr>
          <p:cNvSpPr>
            <a:spLocks noGrp="1"/>
          </p:cNvSpPr>
          <p:nvPr>
            <p:ph type="pic" sz="quarter" idx="12" hasCustomPrompt="1"/>
          </p:nvPr>
        </p:nvSpPr>
        <p:spPr>
          <a:xfrm>
            <a:off x="7343270" y="1"/>
            <a:ext cx="4848730" cy="6570481"/>
          </a:xfrm>
          <a:gradFill>
            <a:gsLst>
              <a:gs pos="1000">
                <a:schemeClr val="tx2"/>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lvl1pPr marL="0" indent="0" rtl="0">
              <a:lnSpc>
                <a:spcPct val="100000"/>
              </a:lnSpc>
              <a:buNone/>
              <a:defRPr lang="en-GB">
                <a:latin typeface="BMWGroupTN Condensed" pitchFamily="50" charset="0"/>
              </a:defRPr>
            </a:lvl1pPr>
          </a:lstStyle>
          <a:p>
            <a:pPr marL="0" lvl="0"/>
            <a:r>
              <a:rPr lang="de-DE" noProof="0"/>
              <a:t> </a:t>
            </a:r>
          </a:p>
        </p:txBody>
      </p:sp>
      <p:sp>
        <p:nvSpPr>
          <p:cNvPr id="2" name="Titel 1"/>
          <p:cNvSpPr>
            <a:spLocks noGrp="1"/>
          </p:cNvSpPr>
          <p:nvPr>
            <p:ph type="ctrTitle" hasCustomPrompt="1"/>
          </p:nvPr>
        </p:nvSpPr>
        <p:spPr>
          <a:xfrm>
            <a:off x="479808" y="2565951"/>
            <a:ext cx="6374130" cy="1846659"/>
          </a:xfrm>
          <a:noFill/>
        </p:spPr>
        <p:txBody>
          <a:bodyPr vert="horz" wrap="square" lIns="0" tIns="0" rIns="0" bIns="0" anchor="t" anchorCtr="0">
            <a:spAutoFit/>
          </a:bodyPr>
          <a:lstStyle>
            <a:lvl1pPr algn="l" rtl="0">
              <a:lnSpc>
                <a:spcPct val="100000"/>
              </a:lnSpc>
              <a:spcAft>
                <a:spcPts val="0"/>
              </a:spcAft>
              <a:defRPr sz="4000" b="0" cap="all" baseline="0">
                <a:solidFill>
                  <a:schemeClr val="tx1"/>
                </a:solidFill>
              </a:defRPr>
            </a:lvl1pPr>
          </a:lstStyle>
          <a:p>
            <a:r>
              <a:rPr lang="de-DE" noProof="0" err="1"/>
              <a:t>Divider</a:t>
            </a:r>
            <a:r>
              <a:rPr lang="de-DE" noProof="0"/>
              <a:t>.</a:t>
            </a:r>
            <a:br>
              <a:rPr lang="de-DE" noProof="0"/>
            </a:br>
            <a:r>
              <a:rPr lang="de-DE" noProof="0" err="1"/>
              <a:t>Coloured</a:t>
            </a:r>
            <a:r>
              <a:rPr lang="de-DE" noProof="0"/>
              <a:t> Area </a:t>
            </a:r>
            <a:r>
              <a:rPr lang="de-DE" noProof="0" err="1"/>
              <a:t>or</a:t>
            </a:r>
            <a:r>
              <a:rPr lang="de-DE" noProof="0"/>
              <a:t> </a:t>
            </a:r>
            <a:br>
              <a:rPr lang="de-DE" noProof="0"/>
            </a:br>
            <a:r>
              <a:rPr lang="de-DE" noProof="0"/>
              <a:t>Picture on </a:t>
            </a:r>
            <a:r>
              <a:rPr lang="de-DE" noProof="0" err="1"/>
              <a:t>the</a:t>
            </a:r>
            <a:r>
              <a:rPr lang="de-DE" noProof="0"/>
              <a:t> </a:t>
            </a:r>
            <a:r>
              <a:rPr lang="de-DE" noProof="0" err="1"/>
              <a:t>right</a:t>
            </a:r>
            <a:r>
              <a:rPr lang="de-DE" noProof="0"/>
              <a:t>.</a:t>
            </a:r>
          </a:p>
        </p:txBody>
      </p:sp>
    </p:spTree>
    <p:extLst>
      <p:ext uri="{BB962C8B-B14F-4D97-AF65-F5344CB8AC3E}">
        <p14:creationId xmlns:p14="http://schemas.microsoft.com/office/powerpoint/2010/main" val="3704006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id | 1">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DEE7053F-DB9B-44B2-AD0F-3AB1F6CB5717}"/>
              </a:ext>
            </a:extLst>
          </p:cNvPr>
          <p:cNvGraphicFramePr>
            <a:graphicFrameLocks noChangeAspect="1"/>
          </p:cNvGraphicFramePr>
          <p:nvPr userDrawn="1">
            <p:custDataLst>
              <p:tags r:id="rId1"/>
            </p:custDataLst>
            <p:extLst>
              <p:ext uri="{D42A27DB-BD31-4B8C-83A1-F6EECF244321}">
                <p14:modId xmlns:p14="http://schemas.microsoft.com/office/powerpoint/2010/main" val="3263193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DEE7053F-DB9B-44B2-AD0F-3AB1F6CB5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732090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Grid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C568A48D-FC8F-4A69-A7C6-8F5625DC62B3}"/>
              </a:ext>
            </a:extLst>
          </p:cNvPr>
          <p:cNvGraphicFramePr>
            <a:graphicFrameLocks noChangeAspect="1"/>
          </p:cNvGraphicFramePr>
          <p:nvPr userDrawn="1">
            <p:custDataLst>
              <p:tags r:id="rId1"/>
            </p:custDataLst>
            <p:extLst>
              <p:ext uri="{D42A27DB-BD31-4B8C-83A1-F6EECF244321}">
                <p14:modId xmlns:p14="http://schemas.microsoft.com/office/powerpoint/2010/main" val="3093978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C568A48D-FC8F-4A69-A7C6-8F5625DC62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2067899243"/>
      </p:ext>
    </p:extLst>
  </p:cSld>
  <p:clrMapOvr>
    <a:masterClrMapping/>
  </p:clrMapOvr>
  <p:extLst>
    <p:ext uri="{DCECCB84-F9BA-43D5-87BE-67443E8EF086}">
      <p15:sldGuideLst xmlns:p15="http://schemas.microsoft.com/office/powerpoint/2012/main">
        <p15:guide id="11" pos="3704">
          <p15:clr>
            <a:srgbClr val="FBAE40"/>
          </p15:clr>
        </p15:guide>
        <p15:guide id="12" pos="39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Grid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45D995C9-90CA-4EE8-9DD8-83F67413969C}"/>
              </a:ext>
            </a:extLst>
          </p:cNvPr>
          <p:cNvGraphicFramePr>
            <a:graphicFrameLocks noChangeAspect="1"/>
          </p:cNvGraphicFramePr>
          <p:nvPr userDrawn="1">
            <p:custDataLst>
              <p:tags r:id="rId1"/>
            </p:custDataLst>
            <p:extLst>
              <p:ext uri="{D42A27DB-BD31-4B8C-83A1-F6EECF244321}">
                <p14:modId xmlns:p14="http://schemas.microsoft.com/office/powerpoint/2010/main" val="3179802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45D995C9-90CA-4EE8-9DD8-83F6741396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3628" cy="400110"/>
          </a:xfrm>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621207736"/>
      </p:ext>
    </p:extLst>
  </p:cSld>
  <p:clrMapOvr>
    <a:masterClrMapping/>
  </p:clrMapOvr>
  <p:extLst>
    <p:ext uri="{DCECCB84-F9BA-43D5-87BE-67443E8EF086}">
      <p15:sldGuideLst xmlns:p15="http://schemas.microsoft.com/office/powerpoint/2012/main">
        <p15:guide id="1" pos="2570">
          <p15:clr>
            <a:srgbClr val="FBAE40"/>
          </p15:clr>
        </p15:guide>
        <p15:guide id="2" pos="2712">
          <p15:clr>
            <a:srgbClr val="FBAE40"/>
          </p15:clr>
        </p15:guide>
        <p15:guide id="3" pos="5118">
          <p15:clr>
            <a:srgbClr val="FBAE40"/>
          </p15:clr>
        </p15:guide>
        <p15:guide id="4" pos="497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Grid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A87CDE6-4D31-464C-B238-7EB6F6DBD01F}"/>
              </a:ext>
            </a:extLst>
          </p:cNvPr>
          <p:cNvGraphicFramePr>
            <a:graphicFrameLocks noChangeAspect="1"/>
          </p:cNvGraphicFramePr>
          <p:nvPr userDrawn="1">
            <p:custDataLst>
              <p:tags r:id="rId1"/>
            </p:custDataLst>
            <p:extLst>
              <p:ext uri="{D42A27DB-BD31-4B8C-83A1-F6EECF244321}">
                <p14:modId xmlns:p14="http://schemas.microsoft.com/office/powerpoint/2010/main" val="1326818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6A87CDE6-4D31-464C-B238-7EB6F6DBD0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lnSpc>
                <a:spcPct val="100000"/>
              </a:lnSpc>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96605152"/>
      </p:ext>
    </p:extLst>
  </p:cSld>
  <p:clrMapOvr>
    <a:masterClrMapping/>
  </p:clrMapOvr>
  <p:extLst>
    <p:ext uri="{DCECCB84-F9BA-43D5-87BE-67443E8EF086}">
      <p15:sldGuideLst xmlns:p15="http://schemas.microsoft.com/office/powerpoint/2012/main">
        <p15:guide id="1" pos="1968">
          <p15:clr>
            <a:srgbClr val="FBAE40"/>
          </p15:clr>
        </p15:guide>
        <p15:guide id="2" pos="2111">
          <p15:clr>
            <a:srgbClr val="FBAE40"/>
          </p15:clr>
        </p15:guide>
        <p15:guide id="3" pos="3771">
          <p15:clr>
            <a:srgbClr val="FBAE40"/>
          </p15:clr>
        </p15:guide>
        <p15:guide id="4" pos="3915">
          <p15:clr>
            <a:srgbClr val="FBAE40"/>
          </p15:clr>
        </p15:guide>
        <p15:guide id="5" pos="5576">
          <p15:clr>
            <a:srgbClr val="FBAE40"/>
          </p15:clr>
        </p15:guide>
        <p15:guide id="6" pos="57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id | 2x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05645238-9DEC-4A72-9BA1-F517092FAE02}"/>
              </a:ext>
            </a:extLst>
          </p:cNvPr>
          <p:cNvGraphicFramePr>
            <a:graphicFrameLocks noChangeAspect="1"/>
          </p:cNvGraphicFramePr>
          <p:nvPr userDrawn="1">
            <p:custDataLst>
              <p:tags r:id="rId1"/>
            </p:custDataLst>
            <p:extLst>
              <p:ext uri="{D42A27DB-BD31-4B8C-83A1-F6EECF244321}">
                <p14:modId xmlns:p14="http://schemas.microsoft.com/office/powerpoint/2010/main" val="2221232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05645238-9DEC-4A72-9BA1-F517092FAE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2432121085"/>
      </p:ext>
    </p:extLst>
  </p:cSld>
  <p:clrMapOvr>
    <a:masterClrMapping/>
  </p:clrMapOvr>
  <p:extLst>
    <p:ext uri="{DCECCB84-F9BA-43D5-87BE-67443E8EF086}">
      <p15:sldGuideLst xmlns:p15="http://schemas.microsoft.com/office/powerpoint/2012/main">
        <p15:guide id="14" pos="3704">
          <p15:clr>
            <a:srgbClr val="FBAE40"/>
          </p15:clr>
        </p15:guide>
        <p15:guide id="15" pos="3976">
          <p15:clr>
            <a:srgbClr val="FBAE40"/>
          </p15:clr>
        </p15:guide>
        <p15:guide id="16" orient="horz" pos="2500">
          <p15:clr>
            <a:srgbClr val="FBAE40"/>
          </p15:clr>
        </p15:guide>
        <p15:guide id="17" orient="horz" pos="23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 1">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D1CCC0F5-E43D-4616-B7C4-E058ADB680BD}"/>
              </a:ext>
            </a:extLst>
          </p:cNvPr>
          <p:cNvGraphicFramePr>
            <a:graphicFrameLocks noChangeAspect="1"/>
          </p:cNvGraphicFramePr>
          <p:nvPr userDrawn="1">
            <p:custDataLst>
              <p:tags r:id="rId1"/>
            </p:custDataLst>
            <p:extLst>
              <p:ext uri="{D42A27DB-BD31-4B8C-83A1-F6EECF244321}">
                <p14:modId xmlns:p14="http://schemas.microsoft.com/office/powerpoint/2010/main" val="3858728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D1CCC0F5-E43D-4616-B7C4-E058ADB680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Inhaltsplatzhalter 1">
            <a:extLst>
              <a:ext uri="{FF2B5EF4-FFF2-40B4-BE49-F238E27FC236}">
                <a16:creationId xmlns:a16="http://schemas.microsoft.com/office/drawing/2014/main" id="{D9028297-F8A3-40B3-AA36-477ABB38F3E8}"/>
              </a:ext>
            </a:extLst>
          </p:cNvPr>
          <p:cNvSpPr>
            <a:spLocks noGrp="1"/>
          </p:cNvSpPr>
          <p:nvPr>
            <p:ph sz="quarter" idx="17" hasCustomPrompt="1"/>
          </p:nvPr>
        </p:nvSpPr>
        <p:spPr>
          <a:xfrm>
            <a:off x="488947" y="1413933"/>
            <a:ext cx="11224684"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cap="all" baseline="0"/>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512506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9873D050-8C41-4684-9B1D-81971AB52E6D}"/>
              </a:ext>
            </a:extLst>
          </p:cNvPr>
          <p:cNvGraphicFramePr>
            <a:graphicFrameLocks noChangeAspect="1"/>
          </p:cNvGraphicFramePr>
          <p:nvPr userDrawn="1">
            <p:custDataLst>
              <p:tags r:id="rId1"/>
            </p:custDataLst>
            <p:extLst>
              <p:ext uri="{D42A27DB-BD31-4B8C-83A1-F6EECF244321}">
                <p14:modId xmlns:p14="http://schemas.microsoft.com/office/powerpoint/2010/main" val="34365626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9873D050-8C41-4684-9B1D-81971AB52E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Inhaltsplatzhalter 2">
            <a:extLst>
              <a:ext uri="{FF2B5EF4-FFF2-40B4-BE49-F238E27FC236}">
                <a16:creationId xmlns:a16="http://schemas.microsoft.com/office/drawing/2014/main" id="{BA9CD6AC-9C73-4D8F-9F5C-1CF35772BD39}"/>
              </a:ext>
            </a:extLst>
          </p:cNvPr>
          <p:cNvSpPr>
            <a:spLocks noGrp="1"/>
          </p:cNvSpPr>
          <p:nvPr>
            <p:ph sz="quarter" idx="19" hasCustomPrompt="1"/>
          </p:nvPr>
        </p:nvSpPr>
        <p:spPr>
          <a:xfrm>
            <a:off x="6317288" y="1413933"/>
            <a:ext cx="5396342"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2" name="Inhaltsplatzhalter 1">
            <a:extLst>
              <a:ext uri="{FF2B5EF4-FFF2-40B4-BE49-F238E27FC236}">
                <a16:creationId xmlns:a16="http://schemas.microsoft.com/office/drawing/2014/main" id="{4EA6A0CB-E01D-4647-9CEB-66AA9684281A}"/>
              </a:ext>
            </a:extLst>
          </p:cNvPr>
          <p:cNvSpPr>
            <a:spLocks noGrp="1"/>
          </p:cNvSpPr>
          <p:nvPr>
            <p:ph sz="quarter" idx="17" hasCustomPrompt="1"/>
          </p:nvPr>
        </p:nvSpPr>
        <p:spPr>
          <a:xfrm>
            <a:off x="488946" y="1413933"/>
            <a:ext cx="5396342"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2624897541"/>
      </p:ext>
    </p:extLst>
  </p:cSld>
  <p:clrMapOvr>
    <a:masterClrMapping/>
  </p:clrMapOvr>
  <p:extLst>
    <p:ext uri="{DCECCB84-F9BA-43D5-87BE-67443E8EF086}">
      <p15:sldGuideLst xmlns:p15="http://schemas.microsoft.com/office/powerpoint/2012/main">
        <p15:guide id="5" pos="3711">
          <p15:clr>
            <a:srgbClr val="FBAE40"/>
          </p15:clr>
        </p15:guide>
        <p15:guide id="6" pos="397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F7C54160-9C46-4866-882D-50B5C096B17C}"/>
              </a:ext>
            </a:extLst>
          </p:cNvPr>
          <p:cNvGraphicFramePr>
            <a:graphicFrameLocks noChangeAspect="1"/>
          </p:cNvGraphicFramePr>
          <p:nvPr userDrawn="1">
            <p:custDataLst>
              <p:tags r:id="rId1"/>
            </p:custDataLst>
            <p:extLst>
              <p:ext uri="{D42A27DB-BD31-4B8C-83A1-F6EECF244321}">
                <p14:modId xmlns:p14="http://schemas.microsoft.com/office/powerpoint/2010/main" val="186661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F7C54160-9C46-4866-882D-50B5C096B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Inhaltsplatzhalter 3">
            <a:extLst>
              <a:ext uri="{FF2B5EF4-FFF2-40B4-BE49-F238E27FC236}">
                <a16:creationId xmlns:a16="http://schemas.microsoft.com/office/drawing/2014/main" id="{3988BB4E-F1CA-4BC0-993D-C218662BA852}"/>
              </a:ext>
            </a:extLst>
          </p:cNvPr>
          <p:cNvSpPr>
            <a:spLocks noGrp="1"/>
          </p:cNvSpPr>
          <p:nvPr>
            <p:ph sz="quarter" idx="21" hasCustomPrompt="1"/>
          </p:nvPr>
        </p:nvSpPr>
        <p:spPr>
          <a:xfrm>
            <a:off x="8116069"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8" name="Inhaltsplatzhalter 2">
            <a:extLst>
              <a:ext uri="{FF2B5EF4-FFF2-40B4-BE49-F238E27FC236}">
                <a16:creationId xmlns:a16="http://schemas.microsoft.com/office/drawing/2014/main" id="{0D7FB171-0CB4-4740-8625-DD15BF1FF8DA}"/>
              </a:ext>
            </a:extLst>
          </p:cNvPr>
          <p:cNvSpPr>
            <a:spLocks noGrp="1"/>
          </p:cNvSpPr>
          <p:nvPr>
            <p:ph sz="quarter" idx="19" hasCustomPrompt="1"/>
          </p:nvPr>
        </p:nvSpPr>
        <p:spPr>
          <a:xfrm>
            <a:off x="4302508"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6" name="Inhaltsplatzhalter 1">
            <a:extLst>
              <a:ext uri="{FF2B5EF4-FFF2-40B4-BE49-F238E27FC236}">
                <a16:creationId xmlns:a16="http://schemas.microsoft.com/office/drawing/2014/main" id="{51462A60-9CA1-461B-A29A-E91D63B6095E}"/>
              </a:ext>
            </a:extLst>
          </p:cNvPr>
          <p:cNvSpPr>
            <a:spLocks noGrp="1"/>
          </p:cNvSpPr>
          <p:nvPr>
            <p:ph sz="quarter" idx="17" hasCustomPrompt="1"/>
          </p:nvPr>
        </p:nvSpPr>
        <p:spPr>
          <a:xfrm>
            <a:off x="488947"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948351010"/>
      </p:ext>
    </p:extLst>
  </p:cSld>
  <p:clrMapOvr>
    <a:masterClrMapping/>
  </p:clrMapOvr>
  <p:extLst>
    <p:ext uri="{DCECCB84-F9BA-43D5-87BE-67443E8EF086}">
      <p15:sldGuideLst xmlns:p15="http://schemas.microsoft.com/office/powerpoint/2012/main">
        <p15:guide id="1" pos="2577">
          <p15:clr>
            <a:srgbClr val="FBAE40"/>
          </p15:clr>
        </p15:guide>
        <p15:guide id="4" pos="4978">
          <p15:clr>
            <a:srgbClr val="FBAE40"/>
          </p15:clr>
        </p15:guide>
        <p15:guide id="5" pos="2710">
          <p15:clr>
            <a:srgbClr val="FBAE40"/>
          </p15:clr>
        </p15:guide>
        <p15:guide id="6" pos="511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562CC6E-EDA2-4F9E-A09B-A2E54AB188C9}"/>
              </a:ext>
            </a:extLst>
          </p:cNvPr>
          <p:cNvGraphicFramePr>
            <a:graphicFrameLocks noChangeAspect="1"/>
          </p:cNvGraphicFramePr>
          <p:nvPr userDrawn="1">
            <p:custDataLst>
              <p:tags r:id="rId1"/>
            </p:custDataLst>
            <p:extLst>
              <p:ext uri="{D42A27DB-BD31-4B8C-83A1-F6EECF244321}">
                <p14:modId xmlns:p14="http://schemas.microsoft.com/office/powerpoint/2010/main" val="3679101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2562CC6E-EDA2-4F9E-A09B-A2E54AB188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Inhaltsplatzhalter 4">
            <a:extLst>
              <a:ext uri="{FF2B5EF4-FFF2-40B4-BE49-F238E27FC236}">
                <a16:creationId xmlns:a16="http://schemas.microsoft.com/office/drawing/2014/main" id="{8BA2F5EE-5EBD-4514-8AF6-B05EC345392F}"/>
              </a:ext>
            </a:extLst>
          </p:cNvPr>
          <p:cNvSpPr>
            <a:spLocks noGrp="1"/>
          </p:cNvSpPr>
          <p:nvPr>
            <p:ph sz="quarter" idx="23" hasCustomPrompt="1"/>
          </p:nvPr>
        </p:nvSpPr>
        <p:spPr>
          <a:xfrm>
            <a:off x="9069460"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32" name="Inhaltsplatzhalter 3">
            <a:extLst>
              <a:ext uri="{FF2B5EF4-FFF2-40B4-BE49-F238E27FC236}">
                <a16:creationId xmlns:a16="http://schemas.microsoft.com/office/drawing/2014/main" id="{60EC06ED-6F07-4680-9AE2-23D7698B36DA}"/>
              </a:ext>
            </a:extLst>
          </p:cNvPr>
          <p:cNvSpPr>
            <a:spLocks noGrp="1"/>
          </p:cNvSpPr>
          <p:nvPr>
            <p:ph sz="quarter" idx="21" hasCustomPrompt="1"/>
          </p:nvPr>
        </p:nvSpPr>
        <p:spPr>
          <a:xfrm>
            <a:off x="6209289"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30" name="Inhaltsplatzhalter 2">
            <a:extLst>
              <a:ext uri="{FF2B5EF4-FFF2-40B4-BE49-F238E27FC236}">
                <a16:creationId xmlns:a16="http://schemas.microsoft.com/office/drawing/2014/main" id="{027E4EC2-9005-40D4-918C-FD11293AE431}"/>
              </a:ext>
            </a:extLst>
          </p:cNvPr>
          <p:cNvSpPr>
            <a:spLocks noGrp="1"/>
          </p:cNvSpPr>
          <p:nvPr>
            <p:ph sz="quarter" idx="19" hasCustomPrompt="1"/>
          </p:nvPr>
        </p:nvSpPr>
        <p:spPr>
          <a:xfrm>
            <a:off x="3349118"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8" name="Inhaltsplatzhalter 1">
            <a:extLst>
              <a:ext uri="{FF2B5EF4-FFF2-40B4-BE49-F238E27FC236}">
                <a16:creationId xmlns:a16="http://schemas.microsoft.com/office/drawing/2014/main" id="{CD857AE5-6C50-432B-94B7-EC5D4821331B}"/>
              </a:ext>
            </a:extLst>
          </p:cNvPr>
          <p:cNvSpPr>
            <a:spLocks noGrp="1"/>
          </p:cNvSpPr>
          <p:nvPr>
            <p:ph sz="quarter" idx="17" hasCustomPrompt="1"/>
          </p:nvPr>
        </p:nvSpPr>
        <p:spPr>
          <a:xfrm>
            <a:off x="488947"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4203441262"/>
      </p:ext>
    </p:extLst>
  </p:cSld>
  <p:clrMapOvr>
    <a:masterClrMapping/>
  </p:clrMapOvr>
  <p:extLst>
    <p:ext uri="{DCECCB84-F9BA-43D5-87BE-67443E8EF086}">
      <p15:sldGuideLst xmlns:p15="http://schemas.microsoft.com/office/powerpoint/2012/main">
        <p15:guide id="6" pos="5705">
          <p15:clr>
            <a:srgbClr val="FBAE40"/>
          </p15:clr>
        </p15:guide>
        <p15:guide id="7" pos="1977">
          <p15:clr>
            <a:srgbClr val="FBAE40"/>
          </p15:clr>
        </p15:guide>
        <p15:guide id="8" pos="2104">
          <p15:clr>
            <a:srgbClr val="FBAE40"/>
          </p15:clr>
        </p15:guide>
        <p15:guide id="9" pos="3777">
          <p15:clr>
            <a:srgbClr val="FBAE40"/>
          </p15:clr>
        </p15:guide>
        <p15:guide id="10" pos="3905">
          <p15:clr>
            <a:srgbClr val="FBAE40"/>
          </p15:clr>
        </p15:guide>
        <p15:guide id="11" pos="55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 2x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78D39B1E-A015-4084-940D-8BBABCAACD8C}"/>
              </a:ext>
            </a:extLst>
          </p:cNvPr>
          <p:cNvGraphicFramePr>
            <a:graphicFrameLocks noChangeAspect="1"/>
          </p:cNvGraphicFramePr>
          <p:nvPr userDrawn="1">
            <p:custDataLst>
              <p:tags r:id="rId1"/>
            </p:custDataLst>
            <p:extLst>
              <p:ext uri="{D42A27DB-BD31-4B8C-83A1-F6EECF244321}">
                <p14:modId xmlns:p14="http://schemas.microsoft.com/office/powerpoint/2010/main" val="2228213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kt 4" hidden="1">
                        <a:extLst>
                          <a:ext uri="{FF2B5EF4-FFF2-40B4-BE49-F238E27FC236}">
                            <a16:creationId xmlns:a16="http://schemas.microsoft.com/office/drawing/2014/main" id="{78D39B1E-A015-4084-940D-8BBABCAACD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Inhaltsplatzhalter 4"/>
          <p:cNvSpPr>
            <a:spLocks noGrp="1"/>
          </p:cNvSpPr>
          <p:nvPr>
            <p:ph sz="quarter" idx="13" hasCustomPrompt="1"/>
          </p:nvPr>
        </p:nvSpPr>
        <p:spPr>
          <a:xfrm>
            <a:off x="6317289" y="3968784"/>
            <a:ext cx="5396342" cy="2339940"/>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8" name="Inhaltsplatzhalter 3"/>
          <p:cNvSpPr>
            <a:spLocks noGrp="1"/>
          </p:cNvSpPr>
          <p:nvPr>
            <p:ph sz="quarter" idx="12" hasCustomPrompt="1"/>
          </p:nvPr>
        </p:nvSpPr>
        <p:spPr>
          <a:xfrm>
            <a:off x="488947" y="3968784"/>
            <a:ext cx="5396342" cy="2339940"/>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6" name="Inhaltsplatzhalter 2"/>
          <p:cNvSpPr>
            <a:spLocks noGrp="1"/>
          </p:cNvSpPr>
          <p:nvPr>
            <p:ph sz="quarter" idx="11" hasCustomPrompt="1"/>
          </p:nvPr>
        </p:nvSpPr>
        <p:spPr>
          <a:xfrm>
            <a:off x="6317289" y="1413932"/>
            <a:ext cx="5396342" cy="233885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4" name="Inhaltsplatzhalter 1"/>
          <p:cNvSpPr>
            <a:spLocks noGrp="1"/>
          </p:cNvSpPr>
          <p:nvPr>
            <p:ph sz="quarter" idx="10" hasCustomPrompt="1"/>
          </p:nvPr>
        </p:nvSpPr>
        <p:spPr>
          <a:xfrm>
            <a:off x="488947" y="1413932"/>
            <a:ext cx="5396342" cy="233885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729027789"/>
      </p:ext>
    </p:extLst>
  </p:cSld>
  <p:clrMapOvr>
    <a:masterClrMapping/>
  </p:clrMapOvr>
  <p:extLst>
    <p:ext uri="{DCECCB84-F9BA-43D5-87BE-67443E8EF086}">
      <p15:sldGuideLst xmlns:p15="http://schemas.microsoft.com/office/powerpoint/2012/main">
        <p15:guide id="13" pos="3711">
          <p15:clr>
            <a:srgbClr val="FBAE40"/>
          </p15:clr>
        </p15:guide>
        <p15:guide id="14" pos="3977">
          <p15:clr>
            <a:srgbClr val="FBAE40"/>
          </p15:clr>
        </p15:guide>
        <p15:guide id="15" orient="horz" pos="2365">
          <p15:clr>
            <a:srgbClr val="FBAE40"/>
          </p15:clr>
        </p15:guide>
        <p15:guide id="16" orient="horz" pos="250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Area">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54C7F330-3D64-4FB0-93F8-C1BA49AFA826}"/>
              </a:ext>
            </a:extLst>
          </p:cNvPr>
          <p:cNvGraphicFramePr>
            <a:graphicFrameLocks noChangeAspect="1"/>
          </p:cNvGraphicFramePr>
          <p:nvPr userDrawn="1">
            <p:custDataLst>
              <p:tags r:id="rId1"/>
            </p:custDataLst>
            <p:extLst>
              <p:ext uri="{D42A27DB-BD31-4B8C-83A1-F6EECF244321}">
                <p14:modId xmlns:p14="http://schemas.microsoft.com/office/powerpoint/2010/main" val="3092535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kt 4" hidden="1">
                        <a:extLst>
                          <a:ext uri="{FF2B5EF4-FFF2-40B4-BE49-F238E27FC236}">
                            <a16:creationId xmlns:a16="http://schemas.microsoft.com/office/drawing/2014/main" id="{54C7F330-3D64-4FB0-93F8-C1BA49AFA8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tabLst>
                <a:tab pos="4927600" algn="l"/>
              </a:tabLs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3" name="Rechteck 2">
            <a:extLst>
              <a:ext uri="{FF2B5EF4-FFF2-40B4-BE49-F238E27FC236}">
                <a16:creationId xmlns:a16="http://schemas.microsoft.com/office/drawing/2014/main" id="{1DF2DED3-0602-4827-AE5B-D7DA542659F4}"/>
              </a:ext>
            </a:extLst>
          </p:cNvPr>
          <p:cNvSpPr>
            <a:spLocks/>
          </p:cNvSpPr>
          <p:nvPr userDrawn="1"/>
        </p:nvSpPr>
        <p:spPr>
          <a:xfrm>
            <a:off x="0" y="1244598"/>
            <a:ext cx="12192000" cy="5326065"/>
          </a:xfrm>
          <a:prstGeom prst="rect">
            <a:avLst/>
          </a:prstGeom>
          <a:gradFill>
            <a:gsLst>
              <a:gs pos="1000">
                <a:schemeClr val="accent4"/>
              </a:gs>
              <a:gs pos="100000">
                <a:schemeClr val="accent6"/>
              </a:gs>
            </a:gsLst>
            <a:lin ang="5400000" scaled="0"/>
          </a:gradFill>
        </p:spPr>
        <p:txBody>
          <a:bodyPr vert="horz" lIns="0" tIns="0" rIns="0" bIns="720000" rtlCol="0" anchor="ctr" anchorCtr="0">
            <a:noAutofit/>
          </a:bodyPr>
          <a:lstStyle/>
          <a:p>
            <a:pPr lvl="0" indent="0" algn="ctr">
              <a:lnSpc>
                <a:spcPct val="100000"/>
              </a:lnSpc>
              <a:spcBef>
                <a:spcPts val="0"/>
              </a:spcBef>
              <a:spcAft>
                <a:spcPts val="600"/>
              </a:spcAft>
              <a:buClr>
                <a:schemeClr val="tx2"/>
              </a:buClr>
              <a:buFont typeface="Wingdings" panose="05000000000000000000" pitchFamily="2" charset="2"/>
              <a:buNone/>
            </a:pPr>
            <a:endParaRPr lang="de-DE">
              <a:solidFill>
                <a:schemeClr val="tx1"/>
              </a:solidFill>
            </a:endParaRPr>
          </a:p>
        </p:txBody>
      </p:sp>
    </p:spTree>
    <p:extLst>
      <p:ext uri="{BB962C8B-B14F-4D97-AF65-F5344CB8AC3E}">
        <p14:creationId xmlns:p14="http://schemas.microsoft.com/office/powerpoint/2010/main" val="15085857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 Picture Left">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F2FD9A65-9362-4228-B368-164FA84D1704}"/>
              </a:ext>
            </a:extLst>
          </p:cNvPr>
          <p:cNvGraphicFramePr>
            <a:graphicFrameLocks noChangeAspect="1"/>
          </p:cNvGraphicFramePr>
          <p:nvPr userDrawn="1">
            <p:custDataLst>
              <p:tags r:id="rId1"/>
            </p:custDataLst>
            <p:extLst>
              <p:ext uri="{D42A27DB-BD31-4B8C-83A1-F6EECF244321}">
                <p14:modId xmlns:p14="http://schemas.microsoft.com/office/powerpoint/2010/main" val="456525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kt 4" hidden="1">
                        <a:extLst>
                          <a:ext uri="{FF2B5EF4-FFF2-40B4-BE49-F238E27FC236}">
                            <a16:creationId xmlns:a16="http://schemas.microsoft.com/office/drawing/2014/main" id="{F2FD9A65-9362-4228-B368-164FA84D17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Inhaltsplatzhalter 1"/>
          <p:cNvSpPr>
            <a:spLocks noGrp="1"/>
          </p:cNvSpPr>
          <p:nvPr>
            <p:ph sz="quarter" idx="10" hasCustomPrompt="1"/>
          </p:nvPr>
        </p:nvSpPr>
        <p:spPr>
          <a:xfrm>
            <a:off x="6316130" y="1413933"/>
            <a:ext cx="539750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4" name="Bildplatzhalter 1">
            <a:extLst>
              <a:ext uri="{FF2B5EF4-FFF2-40B4-BE49-F238E27FC236}">
                <a16:creationId xmlns:a16="http://schemas.microsoft.com/office/drawing/2014/main" id="{5730C142-F37E-4F0E-997D-1B4882F0DF69}"/>
              </a:ext>
            </a:extLst>
          </p:cNvPr>
          <p:cNvSpPr>
            <a:spLocks noGrp="1"/>
          </p:cNvSpPr>
          <p:nvPr>
            <p:ph type="pic" sz="quarter" idx="12" hasCustomPrompt="1"/>
          </p:nvPr>
        </p:nvSpPr>
        <p:spPr>
          <a:xfrm>
            <a:off x="0" y="1413933"/>
            <a:ext cx="5886447" cy="4894792"/>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449701657"/>
      </p:ext>
    </p:extLst>
  </p:cSld>
  <p:clrMapOvr>
    <a:masterClrMapping/>
  </p:clrMapOvr>
  <p:extLst>
    <p:ext uri="{DCECCB84-F9BA-43D5-87BE-67443E8EF086}">
      <p15:sldGuideLst xmlns:p15="http://schemas.microsoft.com/office/powerpoint/2012/main">
        <p15:guide id="11" pos="3713">
          <p15:clr>
            <a:srgbClr val="FBAE40"/>
          </p15:clr>
        </p15:guide>
        <p15:guide id="12" pos="396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Picture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4E3B85CB-7648-45C2-8AA4-9F501EFD0459}"/>
              </a:ext>
            </a:extLst>
          </p:cNvPr>
          <p:cNvGraphicFramePr>
            <a:graphicFrameLocks noChangeAspect="1"/>
          </p:cNvGraphicFramePr>
          <p:nvPr userDrawn="1">
            <p:custDataLst>
              <p:tags r:id="rId1"/>
            </p:custDataLst>
            <p:extLst>
              <p:ext uri="{D42A27DB-BD31-4B8C-83A1-F6EECF244321}">
                <p14:modId xmlns:p14="http://schemas.microsoft.com/office/powerpoint/2010/main" val="2864752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4E3B85CB-7648-45C2-8AA4-9F501EFD04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Inhaltsplatzhalter 1"/>
          <p:cNvSpPr>
            <a:spLocks noGrp="1"/>
          </p:cNvSpPr>
          <p:nvPr>
            <p:ph sz="quarter" idx="10" hasCustomPrompt="1"/>
          </p:nvPr>
        </p:nvSpPr>
        <p:spPr>
          <a:xfrm>
            <a:off x="488947" y="1413933"/>
            <a:ext cx="539750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5" name="Bildplatzhalter 3">
            <a:extLst>
              <a:ext uri="{FF2B5EF4-FFF2-40B4-BE49-F238E27FC236}">
                <a16:creationId xmlns:a16="http://schemas.microsoft.com/office/drawing/2014/main" id="{5FB2A3B7-A796-4B19-828B-216A63DF6888}"/>
              </a:ext>
            </a:extLst>
          </p:cNvPr>
          <p:cNvSpPr>
            <a:spLocks noGrp="1"/>
          </p:cNvSpPr>
          <p:nvPr>
            <p:ph type="pic" sz="quarter" idx="12" hasCustomPrompt="1"/>
          </p:nvPr>
        </p:nvSpPr>
        <p:spPr>
          <a:xfrm>
            <a:off x="6305553" y="1413933"/>
            <a:ext cx="5886447" cy="4894792"/>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Tree>
    <p:extLst>
      <p:ext uri="{BB962C8B-B14F-4D97-AF65-F5344CB8AC3E}">
        <p14:creationId xmlns:p14="http://schemas.microsoft.com/office/powerpoint/2010/main" val="680361161"/>
      </p:ext>
    </p:extLst>
  </p:cSld>
  <p:clrMapOvr>
    <a:masterClrMapping/>
  </p:clrMapOvr>
  <p:extLst>
    <p:ext uri="{DCECCB84-F9BA-43D5-87BE-67443E8EF086}">
      <p15:sldGuideLst xmlns:p15="http://schemas.microsoft.com/office/powerpoint/2012/main">
        <p15:guide id="9" pos="3713">
          <p15:clr>
            <a:srgbClr val="FBAE40"/>
          </p15:clr>
        </p15:guide>
        <p15:guide id="10" pos="396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 Picture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8ECEF4E8-D1ED-4741-8EA5-2F059DE1A839}"/>
              </a:ext>
            </a:extLst>
          </p:cNvPr>
          <p:cNvGraphicFramePr>
            <a:graphicFrameLocks noChangeAspect="1"/>
          </p:cNvGraphicFramePr>
          <p:nvPr userDrawn="1">
            <p:custDataLst>
              <p:tags r:id="rId1"/>
            </p:custDataLst>
            <p:extLst>
              <p:ext uri="{D42A27DB-BD31-4B8C-83A1-F6EECF244321}">
                <p14:modId xmlns:p14="http://schemas.microsoft.com/office/powerpoint/2010/main" val="405416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8ECEF4E8-D1ED-4741-8EA5-2F059DE1A8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2">
            <a:extLst>
              <a:ext uri="{FF2B5EF4-FFF2-40B4-BE49-F238E27FC236}">
                <a16:creationId xmlns:a16="http://schemas.microsoft.com/office/drawing/2014/main" id="{21DD1C87-BB96-419F-854D-07AA4BC5BBB7}"/>
              </a:ext>
            </a:extLst>
          </p:cNvPr>
          <p:cNvSpPr>
            <a:spLocks noGrp="1"/>
          </p:cNvSpPr>
          <p:nvPr>
            <p:ph type="pic" sz="quarter" idx="15" hasCustomPrompt="1"/>
          </p:nvPr>
        </p:nvSpPr>
        <p:spPr>
          <a:xfrm>
            <a:off x="6317289" y="1413933"/>
            <a:ext cx="5396342" cy="2338866"/>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7" name="Bildplatzhalter 1">
            <a:extLst>
              <a:ext uri="{FF2B5EF4-FFF2-40B4-BE49-F238E27FC236}">
                <a16:creationId xmlns:a16="http://schemas.microsoft.com/office/drawing/2014/main" id="{002A9939-48F2-4545-B99B-4FBDD4F4661C}"/>
              </a:ext>
            </a:extLst>
          </p:cNvPr>
          <p:cNvSpPr>
            <a:spLocks noGrp="1"/>
          </p:cNvSpPr>
          <p:nvPr>
            <p:ph type="pic" sz="quarter" idx="14" hasCustomPrompt="1"/>
          </p:nvPr>
        </p:nvSpPr>
        <p:spPr>
          <a:xfrm>
            <a:off x="488947" y="1413933"/>
            <a:ext cx="5396342" cy="2338866"/>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2" name="Inhaltsplatzhalter 1">
            <a:extLst>
              <a:ext uri="{FF2B5EF4-FFF2-40B4-BE49-F238E27FC236}">
                <a16:creationId xmlns:a16="http://schemas.microsoft.com/office/drawing/2014/main" id="{21A07BCC-CBB3-45C5-871C-CEC015A95C59}"/>
              </a:ext>
            </a:extLst>
          </p:cNvPr>
          <p:cNvSpPr>
            <a:spLocks noGrp="1"/>
          </p:cNvSpPr>
          <p:nvPr>
            <p:ph sz="quarter" idx="10" hasCustomPrompt="1"/>
          </p:nvPr>
        </p:nvSpPr>
        <p:spPr>
          <a:xfrm>
            <a:off x="488947" y="3968797"/>
            <a:ext cx="5397501" cy="2339927"/>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3" name="Inhaltsplatzhalter 1">
            <a:extLst>
              <a:ext uri="{FF2B5EF4-FFF2-40B4-BE49-F238E27FC236}">
                <a16:creationId xmlns:a16="http://schemas.microsoft.com/office/drawing/2014/main" id="{4842ABB0-6221-4430-AD7F-233AE6B84AB9}"/>
              </a:ext>
            </a:extLst>
          </p:cNvPr>
          <p:cNvSpPr>
            <a:spLocks noGrp="1"/>
          </p:cNvSpPr>
          <p:nvPr>
            <p:ph sz="quarter" idx="16" hasCustomPrompt="1"/>
          </p:nvPr>
        </p:nvSpPr>
        <p:spPr>
          <a:xfrm>
            <a:off x="6316130" y="3968798"/>
            <a:ext cx="5397501" cy="2339927"/>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382004125"/>
      </p:ext>
    </p:extLst>
  </p:cSld>
  <p:clrMapOvr>
    <a:masterClrMapping/>
  </p:clrMapOvr>
  <p:extLst>
    <p:ext uri="{DCECCB84-F9BA-43D5-87BE-67443E8EF086}">
      <p15:sldGuideLst xmlns:p15="http://schemas.microsoft.com/office/powerpoint/2012/main">
        <p15:guide id="13" pos="3977">
          <p15:clr>
            <a:srgbClr val="FBAE40"/>
          </p15:clr>
        </p15:guide>
        <p15:guide id="14" pos="371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Picture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58C59CFA-1435-478E-96A7-9D9FDB54C8FF}"/>
              </a:ext>
            </a:extLst>
          </p:cNvPr>
          <p:cNvGraphicFramePr>
            <a:graphicFrameLocks noChangeAspect="1"/>
          </p:cNvGraphicFramePr>
          <p:nvPr userDrawn="1">
            <p:custDataLst>
              <p:tags r:id="rId1"/>
            </p:custDataLst>
            <p:extLst>
              <p:ext uri="{D42A27DB-BD31-4B8C-83A1-F6EECF244321}">
                <p14:modId xmlns:p14="http://schemas.microsoft.com/office/powerpoint/2010/main" val="265811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58C59CFA-1435-478E-96A7-9D9FDB54C8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Bildplatzhalter 3">
            <a:extLst>
              <a:ext uri="{FF2B5EF4-FFF2-40B4-BE49-F238E27FC236}">
                <a16:creationId xmlns:a16="http://schemas.microsoft.com/office/drawing/2014/main" id="{C1CC7D62-9893-4BEA-8A91-B49BF94C3615}"/>
              </a:ext>
            </a:extLst>
          </p:cNvPr>
          <p:cNvSpPr>
            <a:spLocks noGrp="1"/>
          </p:cNvSpPr>
          <p:nvPr>
            <p:ph type="pic" sz="quarter" idx="18" hasCustomPrompt="1"/>
          </p:nvPr>
        </p:nvSpPr>
        <p:spPr>
          <a:xfrm>
            <a:off x="8116069"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1" name="Bildplatzhalter 2">
            <a:extLst>
              <a:ext uri="{FF2B5EF4-FFF2-40B4-BE49-F238E27FC236}">
                <a16:creationId xmlns:a16="http://schemas.microsoft.com/office/drawing/2014/main" id="{D8F13227-C5D1-4782-B063-BEEC402A95A8}"/>
              </a:ext>
            </a:extLst>
          </p:cNvPr>
          <p:cNvSpPr>
            <a:spLocks noGrp="1"/>
          </p:cNvSpPr>
          <p:nvPr>
            <p:ph type="pic" sz="quarter" idx="17" hasCustomPrompt="1"/>
          </p:nvPr>
        </p:nvSpPr>
        <p:spPr>
          <a:xfrm>
            <a:off x="4302508"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9" name="Bildplatzhalter 1">
            <a:extLst>
              <a:ext uri="{FF2B5EF4-FFF2-40B4-BE49-F238E27FC236}">
                <a16:creationId xmlns:a16="http://schemas.microsoft.com/office/drawing/2014/main" id="{8E88005D-BECE-427C-8BF8-4FB5D6607AFF}"/>
              </a:ext>
            </a:extLst>
          </p:cNvPr>
          <p:cNvSpPr>
            <a:spLocks noGrp="1"/>
          </p:cNvSpPr>
          <p:nvPr>
            <p:ph type="pic" sz="quarter" idx="16" hasCustomPrompt="1"/>
          </p:nvPr>
        </p:nvSpPr>
        <p:spPr>
          <a:xfrm>
            <a:off x="488947"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5" name="Inhaltsplatzhalter 1">
            <a:extLst>
              <a:ext uri="{FF2B5EF4-FFF2-40B4-BE49-F238E27FC236}">
                <a16:creationId xmlns:a16="http://schemas.microsoft.com/office/drawing/2014/main" id="{F618BC1E-BA4B-4C2D-9055-151550F2576F}"/>
              </a:ext>
            </a:extLst>
          </p:cNvPr>
          <p:cNvSpPr>
            <a:spLocks noGrp="1"/>
          </p:cNvSpPr>
          <p:nvPr>
            <p:ph sz="quarter" idx="10" hasCustomPrompt="1"/>
          </p:nvPr>
        </p:nvSpPr>
        <p:spPr>
          <a:xfrm>
            <a:off x="488947"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7" name="Inhaltsplatzhalter 1">
            <a:extLst>
              <a:ext uri="{FF2B5EF4-FFF2-40B4-BE49-F238E27FC236}">
                <a16:creationId xmlns:a16="http://schemas.microsoft.com/office/drawing/2014/main" id="{39749FF8-9C62-429D-B248-147D3882DD4E}"/>
              </a:ext>
            </a:extLst>
          </p:cNvPr>
          <p:cNvSpPr>
            <a:spLocks noGrp="1"/>
          </p:cNvSpPr>
          <p:nvPr>
            <p:ph sz="quarter" idx="19" hasCustomPrompt="1"/>
          </p:nvPr>
        </p:nvSpPr>
        <p:spPr>
          <a:xfrm>
            <a:off x="4302508"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8" name="Inhaltsplatzhalter 1">
            <a:extLst>
              <a:ext uri="{FF2B5EF4-FFF2-40B4-BE49-F238E27FC236}">
                <a16:creationId xmlns:a16="http://schemas.microsoft.com/office/drawing/2014/main" id="{0B2A38E1-027A-4A9E-9C3E-5F354A4A6ADC}"/>
              </a:ext>
            </a:extLst>
          </p:cNvPr>
          <p:cNvSpPr>
            <a:spLocks noGrp="1"/>
          </p:cNvSpPr>
          <p:nvPr>
            <p:ph sz="quarter" idx="20" hasCustomPrompt="1"/>
          </p:nvPr>
        </p:nvSpPr>
        <p:spPr>
          <a:xfrm>
            <a:off x="8116069"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4048964583"/>
      </p:ext>
    </p:extLst>
  </p:cSld>
  <p:clrMapOvr>
    <a:masterClrMapping/>
  </p:clrMapOvr>
  <p:extLst>
    <p:ext uri="{DCECCB84-F9BA-43D5-87BE-67443E8EF086}">
      <p15:sldGuideLst xmlns:p15="http://schemas.microsoft.com/office/powerpoint/2012/main">
        <p15:guide id="13" pos="2577">
          <p15:clr>
            <a:srgbClr val="FBAE40"/>
          </p15:clr>
        </p15:guide>
        <p15:guide id="14" pos="2710">
          <p15:clr>
            <a:srgbClr val="FBAE40"/>
          </p15:clr>
        </p15:guide>
        <p15:guide id="15" pos="4978">
          <p15:clr>
            <a:srgbClr val="FBAE40"/>
          </p15:clr>
        </p15:guide>
        <p15:guide id="16" pos="511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Picture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B11DD4F3-1611-4813-B014-B6F6B1F774E7}"/>
              </a:ext>
            </a:extLst>
          </p:cNvPr>
          <p:cNvGraphicFramePr>
            <a:graphicFrameLocks noChangeAspect="1"/>
          </p:cNvGraphicFramePr>
          <p:nvPr userDrawn="1">
            <p:custDataLst>
              <p:tags r:id="rId1"/>
            </p:custDataLst>
            <p:extLst>
              <p:ext uri="{D42A27DB-BD31-4B8C-83A1-F6EECF244321}">
                <p14:modId xmlns:p14="http://schemas.microsoft.com/office/powerpoint/2010/main" val="3762404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4" name="Objekt 3" hidden="1">
                        <a:extLst>
                          <a:ext uri="{FF2B5EF4-FFF2-40B4-BE49-F238E27FC236}">
                            <a16:creationId xmlns:a16="http://schemas.microsoft.com/office/drawing/2014/main" id="{B11DD4F3-1611-4813-B014-B6F6B1F774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Bildplatzhalter 4">
            <a:extLst>
              <a:ext uri="{FF2B5EF4-FFF2-40B4-BE49-F238E27FC236}">
                <a16:creationId xmlns:a16="http://schemas.microsoft.com/office/drawing/2014/main" id="{EA143C20-52BF-4891-994E-588F799371BA}"/>
              </a:ext>
            </a:extLst>
          </p:cNvPr>
          <p:cNvSpPr>
            <a:spLocks noGrp="1"/>
          </p:cNvSpPr>
          <p:nvPr>
            <p:ph type="pic" sz="quarter" idx="21" hasCustomPrompt="1"/>
          </p:nvPr>
        </p:nvSpPr>
        <p:spPr>
          <a:xfrm>
            <a:off x="9069460"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5" name="Bildplatzhalter 3">
            <a:extLst>
              <a:ext uri="{FF2B5EF4-FFF2-40B4-BE49-F238E27FC236}">
                <a16:creationId xmlns:a16="http://schemas.microsoft.com/office/drawing/2014/main" id="{9B1A1B6B-6B2F-4D5A-91A8-C5161E45AB04}"/>
              </a:ext>
            </a:extLst>
          </p:cNvPr>
          <p:cNvSpPr>
            <a:spLocks noGrp="1"/>
          </p:cNvSpPr>
          <p:nvPr>
            <p:ph type="pic" sz="quarter" idx="20" hasCustomPrompt="1"/>
          </p:nvPr>
        </p:nvSpPr>
        <p:spPr>
          <a:xfrm>
            <a:off x="6209289"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3" name="Bildplatzhalter 2">
            <a:extLst>
              <a:ext uri="{FF2B5EF4-FFF2-40B4-BE49-F238E27FC236}">
                <a16:creationId xmlns:a16="http://schemas.microsoft.com/office/drawing/2014/main" id="{073F01E6-A077-4F39-A94E-9EFE54D2E4E8}"/>
              </a:ext>
            </a:extLst>
          </p:cNvPr>
          <p:cNvSpPr>
            <a:spLocks noGrp="1"/>
          </p:cNvSpPr>
          <p:nvPr>
            <p:ph type="pic" sz="quarter" idx="19" hasCustomPrompt="1"/>
          </p:nvPr>
        </p:nvSpPr>
        <p:spPr>
          <a:xfrm>
            <a:off x="3349118"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1" name="Bildplatzhalter 1">
            <a:extLst>
              <a:ext uri="{FF2B5EF4-FFF2-40B4-BE49-F238E27FC236}">
                <a16:creationId xmlns:a16="http://schemas.microsoft.com/office/drawing/2014/main" id="{320CFD8C-6A4A-4FAB-822D-054B82DCFD42}"/>
              </a:ext>
            </a:extLst>
          </p:cNvPr>
          <p:cNvSpPr>
            <a:spLocks noGrp="1"/>
          </p:cNvSpPr>
          <p:nvPr>
            <p:ph type="pic" sz="quarter" idx="18" hasCustomPrompt="1"/>
          </p:nvPr>
        </p:nvSpPr>
        <p:spPr>
          <a:xfrm>
            <a:off x="488947"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9" name="Inhaltsplatzhalter 1">
            <a:extLst>
              <a:ext uri="{FF2B5EF4-FFF2-40B4-BE49-F238E27FC236}">
                <a16:creationId xmlns:a16="http://schemas.microsoft.com/office/drawing/2014/main" id="{6CE7BB11-9C21-456E-83D7-62B9D458E21E}"/>
              </a:ext>
            </a:extLst>
          </p:cNvPr>
          <p:cNvSpPr>
            <a:spLocks noGrp="1"/>
          </p:cNvSpPr>
          <p:nvPr>
            <p:ph sz="quarter" idx="10" hasCustomPrompt="1"/>
          </p:nvPr>
        </p:nvSpPr>
        <p:spPr>
          <a:xfrm>
            <a:off x="488947"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0" name="Inhaltsplatzhalter 1">
            <a:extLst>
              <a:ext uri="{FF2B5EF4-FFF2-40B4-BE49-F238E27FC236}">
                <a16:creationId xmlns:a16="http://schemas.microsoft.com/office/drawing/2014/main" id="{27E42A5D-C99D-4B3C-99B7-053CF69A119E}"/>
              </a:ext>
            </a:extLst>
          </p:cNvPr>
          <p:cNvSpPr>
            <a:spLocks noGrp="1"/>
          </p:cNvSpPr>
          <p:nvPr>
            <p:ph sz="quarter" idx="22" hasCustomPrompt="1"/>
          </p:nvPr>
        </p:nvSpPr>
        <p:spPr>
          <a:xfrm>
            <a:off x="3349118"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1" name="Inhaltsplatzhalter 1">
            <a:extLst>
              <a:ext uri="{FF2B5EF4-FFF2-40B4-BE49-F238E27FC236}">
                <a16:creationId xmlns:a16="http://schemas.microsoft.com/office/drawing/2014/main" id="{7DCDE22D-7C60-4E83-A6E8-C458BFB9DFCA}"/>
              </a:ext>
            </a:extLst>
          </p:cNvPr>
          <p:cNvSpPr>
            <a:spLocks noGrp="1"/>
          </p:cNvSpPr>
          <p:nvPr>
            <p:ph sz="quarter" idx="23" hasCustomPrompt="1"/>
          </p:nvPr>
        </p:nvSpPr>
        <p:spPr>
          <a:xfrm>
            <a:off x="6209289"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2" name="Inhaltsplatzhalter 1">
            <a:extLst>
              <a:ext uri="{FF2B5EF4-FFF2-40B4-BE49-F238E27FC236}">
                <a16:creationId xmlns:a16="http://schemas.microsoft.com/office/drawing/2014/main" id="{BC839F12-6E68-4D1C-B187-9307DD85F162}"/>
              </a:ext>
            </a:extLst>
          </p:cNvPr>
          <p:cNvSpPr>
            <a:spLocks noGrp="1"/>
          </p:cNvSpPr>
          <p:nvPr>
            <p:ph sz="quarter" idx="24" hasCustomPrompt="1"/>
          </p:nvPr>
        </p:nvSpPr>
        <p:spPr>
          <a:xfrm>
            <a:off x="9069460"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1852369171"/>
      </p:ext>
    </p:extLst>
  </p:cSld>
  <p:clrMapOvr>
    <a:masterClrMapping/>
  </p:clrMapOvr>
  <p:extLst>
    <p:ext uri="{DCECCB84-F9BA-43D5-87BE-67443E8EF086}">
      <p15:sldGuideLst xmlns:p15="http://schemas.microsoft.com/office/powerpoint/2012/main">
        <p15:guide id="15" pos="1977">
          <p15:clr>
            <a:srgbClr val="FBAE40"/>
          </p15:clr>
        </p15:guide>
        <p15:guide id="16" pos="2104">
          <p15:clr>
            <a:srgbClr val="FBAE40"/>
          </p15:clr>
        </p15:guide>
        <p15:guide id="17" pos="3911">
          <p15:clr>
            <a:srgbClr val="FBAE40"/>
          </p15:clr>
        </p15:guide>
        <p15:guide id="18" pos="3777">
          <p15:clr>
            <a:srgbClr val="FBAE40"/>
          </p15:clr>
        </p15:guide>
        <p15:guide id="19" pos="5711">
          <p15:clr>
            <a:srgbClr val="FBAE40"/>
          </p15:clr>
        </p15:guide>
        <p15:guide id="20" pos="557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Key Not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85183DF9-0121-47E6-9B72-30EF7AB86CD4}"/>
              </a:ext>
            </a:extLst>
          </p:cNvPr>
          <p:cNvGraphicFramePr>
            <a:graphicFrameLocks noChangeAspect="1"/>
          </p:cNvGraphicFramePr>
          <p:nvPr userDrawn="1">
            <p:custDataLst>
              <p:tags r:id="rId1"/>
            </p:custDataLst>
            <p:extLst>
              <p:ext uri="{D42A27DB-BD31-4B8C-83A1-F6EECF244321}">
                <p14:modId xmlns:p14="http://schemas.microsoft.com/office/powerpoint/2010/main" val="269577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5" name="Objekt 4" hidden="1">
                        <a:extLst>
                          <a:ext uri="{FF2B5EF4-FFF2-40B4-BE49-F238E27FC236}">
                            <a16:creationId xmlns:a16="http://schemas.microsoft.com/office/drawing/2014/main" id="{85183DF9-0121-47E6-9B72-30EF7AB86C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Bildplatzhalter 1"/>
          <p:cNvSpPr>
            <a:spLocks noGrp="1"/>
          </p:cNvSpPr>
          <p:nvPr>
            <p:ph type="pic" sz="quarter" idx="10" hasCustomPrompt="1"/>
          </p:nvPr>
        </p:nvSpPr>
        <p:spPr>
          <a:xfrm>
            <a:off x="0" y="0"/>
            <a:ext cx="12192000" cy="6570482"/>
          </a:xfrm>
          <a:gradFill>
            <a:gsLst>
              <a:gs pos="1000">
                <a:schemeClr val="tx2"/>
              </a:gs>
              <a:gs pos="100000">
                <a:schemeClr val="tx2">
                  <a:lumMod val="50000"/>
                </a:schemeClr>
              </a:gs>
            </a:gsLst>
            <a:lin ang="5400000" scaled="0"/>
          </a:gradFill>
        </p:spPr>
        <p:txBody>
          <a:bodyPr vert="horz" lIns="0" tIns="0" rIns="0" bIns="0" rtlCol="0">
            <a:noAutofit/>
          </a:bodyPr>
          <a:lstStyle>
            <a:lvl1pPr>
              <a:lnSpc>
                <a:spcPct val="100000"/>
              </a:lnSpc>
              <a:spcBef>
                <a:spcPts val="0"/>
              </a:spcBef>
              <a:spcAft>
                <a:spcPts val="600"/>
              </a:spcAft>
              <a:defRPr lang="de-DE" noProof="0"/>
            </a:lvl1pPr>
          </a:lstStyle>
          <a:p>
            <a:pPr marL="0" lvl="0" indent="0">
              <a:buNone/>
            </a:pPr>
            <a:r>
              <a:rPr lang="de-DE" noProof="0"/>
              <a:t> </a:t>
            </a:r>
          </a:p>
        </p:txBody>
      </p:sp>
      <p:sp>
        <p:nvSpPr>
          <p:cNvPr id="2" name="Titel 1"/>
          <p:cNvSpPr>
            <a:spLocks noGrp="1"/>
          </p:cNvSpPr>
          <p:nvPr>
            <p:ph type="title" hasCustomPrompt="1"/>
          </p:nvPr>
        </p:nvSpPr>
        <p:spPr>
          <a:xfrm>
            <a:off x="0" y="1412875"/>
            <a:ext cx="12202578" cy="1449216"/>
          </a:xfrm>
          <a:noFill/>
        </p:spPr>
        <p:txBody>
          <a:bodyPr vert="horz" lIns="572400" tIns="108000" rIns="572400" bIns="108000"/>
          <a:lstStyle>
            <a:lvl1pPr algn="l" rtl="0">
              <a:lnSpc>
                <a:spcPct val="100000"/>
              </a:lnSpc>
              <a:spcBef>
                <a:spcPts val="0"/>
              </a:spcBef>
              <a:spcAft>
                <a:spcPts val="600"/>
              </a:spcAft>
              <a:defRPr sz="4000">
                <a:solidFill>
                  <a:schemeClr val="bg1"/>
                </a:solidFill>
              </a:defRPr>
            </a:lvl1pPr>
          </a:lstStyle>
          <a:p>
            <a:r>
              <a:rPr lang="de-DE" noProof="0"/>
              <a:t>Key Note </a:t>
            </a:r>
            <a:r>
              <a:rPr lang="de-DE" noProof="0" err="1"/>
              <a:t>slide</a:t>
            </a:r>
            <a:r>
              <a:rPr lang="de-DE" noProof="0"/>
              <a:t> </a:t>
            </a:r>
            <a:r>
              <a:rPr lang="de-DE" noProof="0" err="1"/>
              <a:t>with</a:t>
            </a:r>
            <a:r>
              <a:rPr lang="de-DE" noProof="0"/>
              <a:t> </a:t>
            </a:r>
            <a:r>
              <a:rPr lang="de-DE" noProof="0" err="1"/>
              <a:t>or</a:t>
            </a:r>
            <a:r>
              <a:rPr lang="de-DE" noProof="0"/>
              <a:t> </a:t>
            </a:r>
            <a:r>
              <a:rPr lang="de-DE" noProof="0" err="1"/>
              <a:t>without</a:t>
            </a:r>
            <a:r>
              <a:rPr lang="de-DE" noProof="0"/>
              <a:t> Picture. </a:t>
            </a:r>
            <a:br>
              <a:rPr lang="de-DE" noProof="0"/>
            </a:br>
            <a:r>
              <a:rPr lang="de-DE" noProof="0"/>
              <a:t>(Short!) Text </a:t>
            </a:r>
            <a:r>
              <a:rPr lang="de-DE" noProof="0" err="1"/>
              <a:t>can</a:t>
            </a:r>
            <a:r>
              <a:rPr lang="de-DE" noProof="0"/>
              <a:t> </a:t>
            </a:r>
            <a:r>
              <a:rPr lang="de-DE" noProof="0" err="1"/>
              <a:t>be</a:t>
            </a:r>
            <a:r>
              <a:rPr lang="de-DE" noProof="0"/>
              <a:t> </a:t>
            </a:r>
            <a:r>
              <a:rPr lang="de-DE" noProof="0" err="1"/>
              <a:t>moved</a:t>
            </a:r>
            <a:r>
              <a:rPr lang="de-DE" noProof="0"/>
              <a:t>.</a:t>
            </a:r>
          </a:p>
        </p:txBody>
      </p:sp>
    </p:spTree>
    <p:extLst>
      <p:ext uri="{BB962C8B-B14F-4D97-AF65-F5344CB8AC3E}">
        <p14:creationId xmlns:p14="http://schemas.microsoft.com/office/powerpoint/2010/main" val="11348061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 Full Picture">
    <p:spTree>
      <p:nvGrpSpPr>
        <p:cNvPr id="1" name=""/>
        <p:cNvGrpSpPr/>
        <p:nvPr/>
      </p:nvGrpSpPr>
      <p:grpSpPr>
        <a:xfrm>
          <a:off x="0" y="0"/>
          <a:ext cx="0" cy="0"/>
          <a:chOff x="0" y="0"/>
          <a:chExt cx="0" cy="0"/>
        </a:xfrm>
      </p:grpSpPr>
      <p:graphicFrame>
        <p:nvGraphicFramePr>
          <p:cNvPr id="14" name="Objekt 13" hidden="1">
            <a:extLst>
              <a:ext uri="{FF2B5EF4-FFF2-40B4-BE49-F238E27FC236}">
                <a16:creationId xmlns:a16="http://schemas.microsoft.com/office/drawing/2014/main" id="{BBDF4C60-5A05-4806-A4DE-2458463FB928}"/>
              </a:ext>
            </a:extLst>
          </p:cNvPr>
          <p:cNvGraphicFramePr>
            <a:graphicFrameLocks noChangeAspect="1"/>
          </p:cNvGraphicFramePr>
          <p:nvPr userDrawn="1">
            <p:custDataLst>
              <p:tags r:id="rId1"/>
            </p:custDataLst>
            <p:extLst>
              <p:ext uri="{D42A27DB-BD31-4B8C-83A1-F6EECF244321}">
                <p14:modId xmlns:p14="http://schemas.microsoft.com/office/powerpoint/2010/main" val="3576905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14" name="Objekt 13" hidden="1">
                        <a:extLst>
                          <a:ext uri="{FF2B5EF4-FFF2-40B4-BE49-F238E27FC236}">
                            <a16:creationId xmlns:a16="http://schemas.microsoft.com/office/drawing/2014/main" id="{BBDF4C60-5A05-4806-A4DE-2458463FB9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8">
            <a:extLst>
              <a:ext uri="{FF2B5EF4-FFF2-40B4-BE49-F238E27FC236}">
                <a16:creationId xmlns:a16="http://schemas.microsoft.com/office/drawing/2014/main" id="{4E0EF039-EC0F-446F-B82A-2FB6C817C8AF}"/>
              </a:ext>
            </a:extLst>
          </p:cNvPr>
          <p:cNvSpPr>
            <a:spLocks noGrp="1"/>
          </p:cNvSpPr>
          <p:nvPr>
            <p:ph type="pic" sz="quarter" idx="21" hasCustomPrompt="1"/>
          </p:nvPr>
        </p:nvSpPr>
        <p:spPr>
          <a:xfrm>
            <a:off x="0" y="0"/>
            <a:ext cx="12192000" cy="6572262"/>
          </a:xfrm>
          <a:blipFill>
            <a:blip r:embed="rId5"/>
            <a:srcRect/>
            <a:stretch>
              <a:fillRect/>
            </a:stretch>
          </a:blipFill>
        </p:spPr>
        <p:txBody>
          <a:bodyPr/>
          <a:lstStyle>
            <a:lvl1pPr marL="0" indent="0" rtl="0">
              <a:lnSpc>
                <a:spcPct val="100000"/>
              </a:lnSpc>
              <a:spcAft>
                <a:spcPts val="600"/>
              </a:spcAft>
              <a:buNone/>
              <a:defRPr/>
            </a:lvl1pPr>
          </a:lstStyle>
          <a:p>
            <a:r>
              <a:rPr lang="de-DE" noProof="0"/>
              <a:t> </a:t>
            </a:r>
          </a:p>
        </p:txBody>
      </p:sp>
      <p:sp>
        <p:nvSpPr>
          <p:cNvPr id="2" name="Titel 1"/>
          <p:cNvSpPr>
            <a:spLocks noGrp="1"/>
          </p:cNvSpPr>
          <p:nvPr>
            <p:ph type="ctrTitle" hasCustomPrompt="1"/>
          </p:nvPr>
        </p:nvSpPr>
        <p:spPr>
          <a:xfrm>
            <a:off x="0" y="3801627"/>
            <a:ext cx="12192000" cy="1412864"/>
          </a:xfrm>
          <a:solidFill>
            <a:srgbClr val="000000">
              <a:alpha val="50000"/>
            </a:srgbClr>
          </a:solidFill>
        </p:spPr>
        <p:txBody>
          <a:bodyPr vert="horz" wrap="square" lIns="572400" tIns="72000" rIns="572400" bIns="72000" anchor="b">
            <a:spAutoFit/>
          </a:bodyPr>
          <a:lstStyle>
            <a:lvl1pPr algn="l" rtl="0">
              <a:lnSpc>
                <a:spcPct val="100000"/>
              </a:lnSpc>
              <a:spcAft>
                <a:spcPts val="0"/>
              </a:spcAft>
              <a:defRPr sz="4000" cap="all" baseline="0">
                <a:solidFill>
                  <a:srgbClr val="FFFFFF"/>
                </a:solidFill>
                <a:latin typeface="+mj-lt"/>
              </a:defRPr>
            </a:lvl1pPr>
          </a:lstStyle>
          <a:p>
            <a:r>
              <a:rPr lang="en-US" noProof="0"/>
              <a:t>presentation title, two lines maximum.</a:t>
            </a:r>
            <a:br>
              <a:rPr lang="en-US" noProof="0"/>
            </a:br>
            <a:r>
              <a:rPr lang="en-US" noProof="0"/>
              <a:t>text can be moved vertically.</a:t>
            </a:r>
            <a:endParaRPr lang="de-DE" noProof="0"/>
          </a:p>
        </p:txBody>
      </p:sp>
      <p:sp>
        <p:nvSpPr>
          <p:cNvPr id="3" name="Untertitel 2"/>
          <p:cNvSpPr>
            <a:spLocks noGrp="1"/>
          </p:cNvSpPr>
          <p:nvPr>
            <p:ph type="subTitle" idx="1" hasCustomPrompt="1"/>
          </p:nvPr>
        </p:nvSpPr>
        <p:spPr>
          <a:xfrm>
            <a:off x="0" y="5311365"/>
            <a:ext cx="12192000" cy="453183"/>
          </a:xfrm>
          <a:prstGeom prst="rect">
            <a:avLst/>
          </a:prstGeom>
          <a:solidFill>
            <a:srgbClr val="000000">
              <a:alpha val="50000"/>
            </a:srgbClr>
          </a:solidFill>
        </p:spPr>
        <p:txBody>
          <a:bodyPr wrap="square" lIns="572400" tIns="72000" rIns="572400" bIns="72000">
            <a:spAutoFit/>
          </a:bodyPr>
          <a:lstStyle>
            <a:lvl1pPr marL="0" indent="0" algn="l" rtl="0">
              <a:lnSpc>
                <a:spcPct val="100000"/>
              </a:lnSpc>
              <a:spcAft>
                <a:spcPts val="0"/>
              </a:spcAft>
              <a:buNone/>
              <a:defRPr sz="2000" b="0" cap="all" baseline="0">
                <a:solidFill>
                  <a:srgbClr val="FFFF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err="1"/>
              <a:t>SubTitle</a:t>
            </a:r>
            <a:r>
              <a:rPr lang="de-DE" noProof="0"/>
              <a:t>, </a:t>
            </a:r>
            <a:r>
              <a:rPr lang="de-DE" noProof="0" err="1"/>
              <a:t>two</a:t>
            </a:r>
            <a:r>
              <a:rPr lang="de-DE" noProof="0"/>
              <a:t> </a:t>
            </a:r>
            <a:r>
              <a:rPr lang="de-DE" noProof="0" err="1"/>
              <a:t>lines</a:t>
            </a:r>
            <a:r>
              <a:rPr lang="de-DE" noProof="0"/>
              <a:t> </a:t>
            </a:r>
            <a:r>
              <a:rPr lang="en-US" noProof="0"/>
              <a:t>maximum</a:t>
            </a:r>
            <a:r>
              <a:rPr lang="de-DE" noProof="0"/>
              <a:t>.</a:t>
            </a:r>
          </a:p>
        </p:txBody>
      </p:sp>
      <p:sp>
        <p:nvSpPr>
          <p:cNvPr id="13" name="SmartArt-Platzhalter 6">
            <a:extLst>
              <a:ext uri="{FF2B5EF4-FFF2-40B4-BE49-F238E27FC236}">
                <a16:creationId xmlns:a16="http://schemas.microsoft.com/office/drawing/2014/main" id="{9A73E91D-2689-49C7-A58E-E621D71E8696}"/>
              </a:ext>
            </a:extLst>
          </p:cNvPr>
          <p:cNvSpPr>
            <a:spLocks noGrp="1" noChangeAspect="1"/>
          </p:cNvSpPr>
          <p:nvPr>
            <p:ph type="dgm" sz="quarter" idx="24" hasCustomPrompt="1"/>
          </p:nvPr>
        </p:nvSpPr>
        <p:spPr>
          <a:xfrm>
            <a:off x="572400" y="572399"/>
            <a:ext cx="1099906" cy="572400"/>
          </a:xfrm>
          <a:blipFill>
            <a:blip r:embed="rId6">
              <a:extLst>
                <a:ext uri="{96DAC541-7B7A-43D3-8B79-37D633B846F1}">
                  <asvg:svgBlip xmlns:asvg="http://schemas.microsoft.com/office/drawing/2016/SVG/main" r:embed="rId7"/>
                </a:ext>
              </a:extLst>
            </a:blip>
            <a:stretch>
              <a:fillRect/>
            </a:stretch>
          </a:blipFill>
        </p:spPr>
        <p:txBody>
          <a:bodyPr/>
          <a:lstStyle>
            <a:lvl1pPr marL="0" indent="0">
              <a:buNone/>
              <a:defRPr sz="400">
                <a:solidFill>
                  <a:schemeClr val="tx2"/>
                </a:solidFill>
              </a:defRPr>
            </a:lvl1pPr>
          </a:lstStyle>
          <a:p>
            <a:r>
              <a:rPr lang="de-DE"/>
              <a:t>.</a:t>
            </a:r>
          </a:p>
        </p:txBody>
      </p:sp>
      <p:sp>
        <p:nvSpPr>
          <p:cNvPr id="11" name="Textplatzhalter 14">
            <a:extLst>
              <a:ext uri="{FF2B5EF4-FFF2-40B4-BE49-F238E27FC236}">
                <a16:creationId xmlns:a16="http://schemas.microsoft.com/office/drawing/2014/main" id="{242C1189-490C-4AEF-A482-D67AEF6652A6}"/>
              </a:ext>
            </a:extLst>
          </p:cNvPr>
          <p:cNvSpPr>
            <a:spLocks noGrp="1"/>
          </p:cNvSpPr>
          <p:nvPr>
            <p:ph type="body" sz="quarter" idx="22" hasCustomPrompt="1"/>
          </p:nvPr>
        </p:nvSpPr>
        <p:spPr>
          <a:xfrm>
            <a:off x="9537701" y="5887328"/>
            <a:ext cx="2654300" cy="419100"/>
          </a:xfrm>
          <a:custGeom>
            <a:avLst/>
            <a:gdLst>
              <a:gd name="connsiteX0" fmla="*/ 262299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125" h="363401">
                <a:moveTo>
                  <a:pt x="203807" y="0"/>
                </a:moveTo>
                <a:lnTo>
                  <a:pt x="1762125" y="0"/>
                </a:lnTo>
                <a:lnTo>
                  <a:pt x="1762125" y="363401"/>
                </a:lnTo>
                <a:lnTo>
                  <a:pt x="0" y="363401"/>
                </a:lnTo>
                <a:lnTo>
                  <a:pt x="203807" y="0"/>
                </a:lnTo>
                <a:close/>
              </a:path>
            </a:pathLst>
          </a:custGeom>
          <a:solidFill>
            <a:schemeClr val="tx2"/>
          </a:solidFill>
          <a:ln w="19050">
            <a:noFill/>
            <a:miter lim="800000"/>
          </a:ln>
          <a:effectLst>
            <a:outerShdw dist="25400" dir="14400000" algn="b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432054" tIns="72000" rIns="504000" bIns="72000" rtlCol="0" anchor="ctr" anchorCtr="0">
            <a:noAutofit/>
          </a:bodyPr>
          <a:lstStyle>
            <a:lvl1pPr marL="0" indent="0">
              <a:spcAft>
                <a:spcPts val="0"/>
              </a:spcAft>
              <a:buFontTx/>
              <a:buNone/>
              <a:defRPr lang="de-DE" sz="1800" dirty="0">
                <a:solidFill>
                  <a:schemeClr val="bg1"/>
                </a:solidFill>
              </a:defRPr>
            </a:lvl1pPr>
          </a:lstStyle>
          <a:p>
            <a:pPr marL="0" lvl="0"/>
            <a:r>
              <a:rPr lang="de-DE" err="1"/>
              <a:t>Dept</a:t>
            </a:r>
            <a:r>
              <a:rPr lang="de-DE"/>
              <a:t>.</a:t>
            </a:r>
          </a:p>
        </p:txBody>
      </p:sp>
      <p:sp>
        <p:nvSpPr>
          <p:cNvPr id="12" name="SmartArt-Platzhalter 4">
            <a:extLst>
              <a:ext uri="{FF2B5EF4-FFF2-40B4-BE49-F238E27FC236}">
                <a16:creationId xmlns:a16="http://schemas.microsoft.com/office/drawing/2014/main" id="{91F38C08-7DAB-40EA-8FF0-2D106FFB8C38}"/>
              </a:ext>
            </a:extLst>
          </p:cNvPr>
          <p:cNvSpPr>
            <a:spLocks noGrp="1"/>
          </p:cNvSpPr>
          <p:nvPr>
            <p:ph type="dgm" sz="quarter" idx="23" hasCustomPrompt="1"/>
          </p:nvPr>
        </p:nvSpPr>
        <p:spPr>
          <a:xfrm>
            <a:off x="11047200" y="572400"/>
            <a:ext cx="572400" cy="572400"/>
          </a:xfrm>
          <a:blipFill>
            <a:blip r:embed="rId8">
              <a:extLst>
                <a:ext uri="{96DAC541-7B7A-43D3-8B79-37D633B846F1}">
                  <asvg:svgBlip xmlns:asvg="http://schemas.microsoft.com/office/drawing/2016/SVG/main" r:embed="rId9"/>
                </a:ext>
              </a:extLst>
            </a:blip>
            <a:stretch>
              <a:fillRect/>
            </a:stretch>
          </a:blipFill>
        </p:spPr>
        <p:txBody>
          <a:bodyPr/>
          <a:lstStyle>
            <a:lvl1pPr marL="0" indent="0">
              <a:buNone/>
              <a:defRPr sz="400">
                <a:solidFill>
                  <a:schemeClr val="tx2"/>
                </a:solidFill>
              </a:defRPr>
            </a:lvl1pPr>
          </a:lstStyle>
          <a:p>
            <a:r>
              <a:rPr lang="de-DE"/>
              <a:t>.</a:t>
            </a:r>
          </a:p>
        </p:txBody>
      </p:sp>
      <p:sp>
        <p:nvSpPr>
          <p:cNvPr id="15" name="Rechteck 14">
            <a:extLst>
              <a:ext uri="{FF2B5EF4-FFF2-40B4-BE49-F238E27FC236}">
                <a16:creationId xmlns:a16="http://schemas.microsoft.com/office/drawing/2014/main" id="{524A7759-6E31-438A-9AD1-3FC2E181C7AD}"/>
              </a:ext>
            </a:extLst>
          </p:cNvPr>
          <p:cNvSpPr/>
          <p:nvPr userDrawn="1"/>
        </p:nvSpPr>
        <p:spPr bwMode="white">
          <a:xfrm>
            <a:off x="11001080" y="6608189"/>
            <a:ext cx="1190920" cy="249811"/>
          </a:xfrm>
          <a:prstGeom prst="rect">
            <a:avLst/>
          </a:prstGeom>
          <a:solidFill>
            <a:schemeClr val="bg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GB">
              <a:solidFill>
                <a:schemeClr val="tx1"/>
              </a:solidFill>
            </a:endParaRPr>
          </a:p>
        </p:txBody>
      </p:sp>
      <p:sp>
        <p:nvSpPr>
          <p:cNvPr id="16" name="Inhaltsplatzhalter 4">
            <a:extLst>
              <a:ext uri="{FF2B5EF4-FFF2-40B4-BE49-F238E27FC236}">
                <a16:creationId xmlns:a16="http://schemas.microsoft.com/office/drawing/2014/main" id="{D1527D47-B0E2-4C94-9DB7-C2442EC482CA}"/>
              </a:ext>
            </a:extLst>
          </p:cNvPr>
          <p:cNvSpPr>
            <a:spLocks noGrp="1"/>
          </p:cNvSpPr>
          <p:nvPr>
            <p:ph sz="quarter" idx="25" hasCustomPrompt="1"/>
          </p:nvPr>
        </p:nvSpPr>
        <p:spPr>
          <a:xfrm>
            <a:off x="570972" y="1182932"/>
            <a:ext cx="1685845" cy="247034"/>
          </a:xfrm>
        </p:spPr>
        <p:txBody>
          <a:bodyPr/>
          <a:lstStyle>
            <a:lvl1pPr marL="0" indent="0">
              <a:buFontTx/>
              <a:buNone/>
              <a:defRPr sz="1900">
                <a:solidFill>
                  <a:schemeClr val="bg1"/>
                </a:solidFill>
                <a:latin typeface="BMWGroupTN Light" pitchFamily="50" charset="0"/>
              </a:defRPr>
            </a:lvl1pPr>
          </a:lstStyle>
          <a:p>
            <a:pPr lvl="0"/>
            <a:r>
              <a:rPr lang="de-DE" err="1"/>
              <a:t>Gyár</a:t>
            </a:r>
            <a:r>
              <a:rPr lang="de-DE"/>
              <a:t> Debrecen</a:t>
            </a:r>
            <a:endParaRPr lang="en-GB"/>
          </a:p>
        </p:txBody>
      </p:sp>
    </p:spTree>
    <p:extLst>
      <p:ext uri="{BB962C8B-B14F-4D97-AF65-F5344CB8AC3E}">
        <p14:creationId xmlns:p14="http://schemas.microsoft.com/office/powerpoint/2010/main" val="3002593321"/>
      </p:ext>
    </p:extLst>
  </p:cSld>
  <p:clrMapOvr>
    <a:masterClrMapping/>
  </p:clrMapOvr>
  <p:extLst>
    <p:ext uri="{DCECCB84-F9BA-43D5-87BE-67443E8EF086}">
      <p15:sldGuideLst xmlns:p15="http://schemas.microsoft.com/office/powerpoint/2012/main">
        <p15:guide id="1" pos="360">
          <p15:clr>
            <a:srgbClr val="FBAE40"/>
          </p15:clr>
        </p15:guide>
        <p15:guide id="2" orient="horz" pos="2160">
          <p15:clr>
            <a:srgbClr val="FBAE40"/>
          </p15:clr>
        </p15:guide>
        <p15:guide id="3" pos="73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851361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85821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image" Target="../media/image1.emf"/><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oleObject" Target="../embeddings/oleObject2.bin"/><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ags" Target="../tags/tag2.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theme" Target="../theme/theme2.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0BAB26CC-3486-D354-9789-154D4FF945F1}"/>
              </a:ext>
            </a:extLst>
          </p:cNvPr>
          <p:cNvSpPr txBox="1"/>
          <p:nvPr>
            <p:extLst>
              <p:ext uri="{1162E1C5-73C7-4A58-AE30-91384D911F3F}">
                <p184:classification xmlns:p184="http://schemas.microsoft.com/office/powerpoint/2018/4/main" val="ftr"/>
              </p:ext>
            </p:extLst>
          </p:nvPr>
        </p:nvSpPr>
        <p:spPr>
          <a:xfrm>
            <a:off x="5635625" y="6611620"/>
            <a:ext cx="955675" cy="182880"/>
          </a:xfrm>
          <a:prstGeom prst="rect">
            <a:avLst/>
          </a:prstGeom>
        </p:spPr>
        <p:txBody>
          <a:bodyPr horzOverflow="overflow" lIns="0" tIns="0" rIns="0" bIns="0">
            <a:spAutoFit/>
          </a:bodyPr>
          <a:lstStyle/>
          <a:p>
            <a:pPr algn="l"/>
            <a:r>
              <a:rPr lang="en-US" sz="1200">
                <a:solidFill>
                  <a:srgbClr val="C00000">
                    <a:alpha val="50000"/>
                  </a:srgbClr>
                </a:solidFill>
                <a:latin typeface="BMW Group Condensed"/>
              </a:rPr>
              <a:t>CONFIDENTIAL</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9EE4F16-695E-4248-98E9-D0E744B1D25A}"/>
              </a:ext>
            </a:extLst>
          </p:cNvPr>
          <p:cNvGraphicFramePr>
            <a:graphicFrameLocks noChangeAspect="1"/>
          </p:cNvGraphicFramePr>
          <p:nvPr userDrawn="1">
            <p:custDataLst>
              <p:tags r:id="rId24"/>
            </p:custDataLst>
            <p:extLst>
              <p:ext uri="{D42A27DB-BD31-4B8C-83A1-F6EECF244321}">
                <p14:modId xmlns:p14="http://schemas.microsoft.com/office/powerpoint/2010/main" val="3715857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344" imgH="344" progId="TCLayout.ActiveDocument.1">
                  <p:embed/>
                </p:oleObj>
              </mc:Choice>
              <mc:Fallback>
                <p:oleObj name="think-cell Slide" r:id="rId25" imgW="344" imgH="344" progId="TCLayout.ActiveDocument.1">
                  <p:embed/>
                  <p:pic>
                    <p:nvPicPr>
                      <p:cNvPr id="10" name="Objekt 9" hidden="1">
                        <a:extLst>
                          <a:ext uri="{FF2B5EF4-FFF2-40B4-BE49-F238E27FC236}">
                            <a16:creationId xmlns:a16="http://schemas.microsoft.com/office/drawing/2014/main" id="{09EE4F16-695E-4248-98E9-D0E744B1D25A}"/>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8" name="Textplatzhalter 1"/>
          <p:cNvSpPr>
            <a:spLocks noGrp="1"/>
          </p:cNvSpPr>
          <p:nvPr>
            <p:ph type="body" idx="1"/>
          </p:nvPr>
        </p:nvSpPr>
        <p:spPr>
          <a:xfrm>
            <a:off x="488947" y="1413933"/>
            <a:ext cx="11224684" cy="4894792"/>
          </a:xfrm>
          <a:prstGeom prst="rect">
            <a:avLst/>
          </a:prstGeom>
        </p:spPr>
        <p:txBody>
          <a:bodyPr vert="horz" lIns="0" tIns="0" rIns="0" bIns="0" rtlCol="0">
            <a:noAutofit/>
          </a:bodyPr>
          <a:lstStyle/>
          <a:p>
            <a:pPr lvl="0"/>
            <a:r>
              <a:rPr lang="de-DE" noProof="0"/>
              <a:t>Click </a:t>
            </a:r>
            <a:r>
              <a:rPr lang="de-DE" noProof="0" err="1"/>
              <a:t>to</a:t>
            </a:r>
            <a:r>
              <a:rPr lang="de-DE" noProof="0"/>
              <a:t> </a:t>
            </a:r>
            <a:r>
              <a:rPr lang="de-DE" noProof="0" err="1"/>
              <a:t>edit</a:t>
            </a:r>
            <a:r>
              <a:rPr lang="de-DE" noProof="0"/>
              <a:t> </a:t>
            </a:r>
            <a:r>
              <a:rPr lang="de-DE" noProof="0" err="1"/>
              <a:t>text</a:t>
            </a:r>
            <a:endParaRPr lang="de-DE" noProof="0"/>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elplatzhalter 1"/>
          <p:cNvSpPr>
            <a:spLocks noGrp="1"/>
          </p:cNvSpPr>
          <p:nvPr>
            <p:ph type="title"/>
          </p:nvPr>
        </p:nvSpPr>
        <p:spPr>
          <a:xfrm>
            <a:off x="488947" y="347184"/>
            <a:ext cx="11224684" cy="400110"/>
          </a:xfrm>
          <a:prstGeom prst="rect">
            <a:avLst/>
          </a:prstGeom>
        </p:spPr>
        <p:txBody>
          <a:bodyPr vert="horz" lIns="0" tIns="0" rIns="0" bIns="0" rtlCol="0" anchor="t" anchorCtr="0">
            <a:spAutoFit/>
          </a:bodyPr>
          <a:lstStyle/>
          <a:p>
            <a:r>
              <a:rPr lang="de-DE" noProof="0"/>
              <a:t>Click </a:t>
            </a:r>
            <a:r>
              <a:rPr lang="de-DE" noProof="0" err="1"/>
              <a:t>to</a:t>
            </a:r>
            <a:r>
              <a:rPr lang="de-DE" noProof="0"/>
              <a:t> </a:t>
            </a:r>
            <a:r>
              <a:rPr lang="de-DE" noProof="0" err="1"/>
              <a:t>edit</a:t>
            </a:r>
            <a:r>
              <a:rPr lang="de-DE" noProof="0"/>
              <a:t> Action Title. 26pt. </a:t>
            </a:r>
            <a:r>
              <a:rPr lang="de-DE" noProof="0" err="1"/>
              <a:t>Uppercase</a:t>
            </a:r>
            <a:r>
              <a:rPr lang="de-DE" noProof="0"/>
              <a:t>. </a:t>
            </a:r>
            <a:r>
              <a:rPr lang="de-DE" noProof="0" err="1"/>
              <a:t>Two</a:t>
            </a:r>
            <a:r>
              <a:rPr lang="de-DE" noProof="0"/>
              <a:t> </a:t>
            </a:r>
            <a:r>
              <a:rPr lang="de-DE" noProof="0" err="1"/>
              <a:t>lines</a:t>
            </a:r>
            <a:r>
              <a:rPr lang="de-DE" noProof="0"/>
              <a:t> max.</a:t>
            </a:r>
          </a:p>
        </p:txBody>
      </p:sp>
      <p:cxnSp>
        <p:nvCxnSpPr>
          <p:cNvPr id="9" name="BMW Group Trennlinie">
            <a:extLst>
              <a:ext uri="{FF2B5EF4-FFF2-40B4-BE49-F238E27FC236}">
                <a16:creationId xmlns:a16="http://schemas.microsoft.com/office/drawing/2014/main" id="{BC1828C9-D469-4FB9-A7A2-6539CE4617FD}"/>
              </a:ext>
            </a:extLst>
          </p:cNvPr>
          <p:cNvCxnSpPr/>
          <p:nvPr userDrawn="1"/>
        </p:nvCxnSpPr>
        <p:spPr>
          <a:xfrm>
            <a:off x="-1" y="6572265"/>
            <a:ext cx="12192001" cy="0"/>
          </a:xfrm>
          <a:prstGeom prst="line">
            <a:avLst/>
          </a:prstGeom>
          <a:ln w="12700">
            <a:solidFill>
              <a:schemeClr val="tx1">
                <a:alpha val="25000"/>
              </a:schemeClr>
            </a:solidFill>
          </a:ln>
          <a:effectLst/>
        </p:spPr>
        <p:style>
          <a:lnRef idx="2">
            <a:schemeClr val="accent1"/>
          </a:lnRef>
          <a:fillRef idx="0">
            <a:schemeClr val="accent1"/>
          </a:fillRef>
          <a:effectRef idx="1">
            <a:schemeClr val="accent1"/>
          </a:effectRef>
          <a:fontRef idx="minor">
            <a:schemeClr val="tx1"/>
          </a:fontRef>
        </p:style>
      </p:cxnSp>
      <p:sp>
        <p:nvSpPr>
          <p:cNvPr id="11" name="SeitenzahlAU1">
            <a:extLst>
              <a:ext uri="{FF2B5EF4-FFF2-40B4-BE49-F238E27FC236}">
                <a16:creationId xmlns:a16="http://schemas.microsoft.com/office/drawing/2014/main" id="{2222059C-550C-4186-A024-687BF66686BC}"/>
              </a:ext>
            </a:extLst>
          </p:cNvPr>
          <p:cNvSpPr/>
          <p:nvPr userDrawn="1"/>
        </p:nvSpPr>
        <p:spPr>
          <a:xfrm>
            <a:off x="11338527" y="6638189"/>
            <a:ext cx="375104" cy="153888"/>
          </a:xfrm>
          <a:prstGeom prst="rect">
            <a:avLst/>
          </a:prstGeom>
        </p:spPr>
        <p:txBody>
          <a:bodyPr vert="horz" wrap="none" lIns="0" tIns="0" rIns="0" bIns="0" rtlCol="0" anchor="ctr">
            <a:spAutoFit/>
          </a:bodyPr>
          <a:lstStyle/>
          <a:p>
            <a:pPr lvl="0" algn="r" rtl="0"/>
            <a:r>
              <a:rPr lang="en-GB" sz="1000" noProof="0">
                <a:solidFill>
                  <a:schemeClr val="tx1">
                    <a:lumMod val="65000"/>
                    <a:lumOff val="35000"/>
                  </a:schemeClr>
                </a:solidFill>
              </a:rPr>
              <a:t>- </a:t>
            </a:r>
            <a:fld id="{13EADCD7-5958-46D5-9257-6B99F6E48D58}" type="slidenum">
              <a:rPr lang="en-GB" sz="1000" noProof="0" smtClean="0">
                <a:solidFill>
                  <a:schemeClr val="tx1">
                    <a:lumMod val="65000"/>
                    <a:lumOff val="35000"/>
                  </a:schemeClr>
                </a:solidFill>
              </a:rPr>
              <a:pPr lvl="0" algn="r" rtl="0"/>
              <a:t>‹#›</a:t>
            </a:fld>
            <a:r>
              <a:rPr lang="en-GB" sz="1000" noProof="0">
                <a:solidFill>
                  <a:schemeClr val="tx1">
                    <a:lumMod val="65000"/>
                    <a:lumOff val="35000"/>
                  </a:schemeClr>
                </a:solidFill>
              </a:rPr>
              <a:t> -</a:t>
            </a:r>
          </a:p>
        </p:txBody>
      </p:sp>
      <p:sp>
        <p:nvSpPr>
          <p:cNvPr id="12" name="FußzeileAU1">
            <a:extLst>
              <a:ext uri="{FF2B5EF4-FFF2-40B4-BE49-F238E27FC236}">
                <a16:creationId xmlns:a16="http://schemas.microsoft.com/office/drawing/2014/main" id="{90D422AA-106A-4F31-9838-F8E0F4532E2E}"/>
              </a:ext>
            </a:extLst>
          </p:cNvPr>
          <p:cNvSpPr txBox="1">
            <a:spLocks/>
          </p:cNvSpPr>
          <p:nvPr userDrawn="1"/>
        </p:nvSpPr>
        <p:spPr>
          <a:xfrm>
            <a:off x="488947" y="6638179"/>
            <a:ext cx="65" cy="153888"/>
          </a:xfrm>
          <a:prstGeom prst="rect">
            <a:avLst/>
          </a:prstGeom>
        </p:spPr>
        <p:txBody>
          <a:bodyPr vert="horz" wrap="none" lIns="0" tIns="0" rIns="0" bIns="0" rtlCol="0" anchor="ctr">
            <a:spAutoFit/>
          </a:bodyPr>
          <a:lstStyle>
            <a:defPPr>
              <a:defRPr lang="de-DE"/>
            </a:defPPr>
            <a:lvl1pPr>
              <a:defRPr sz="1000">
                <a:solidFill>
                  <a:schemeClr val="tx1">
                    <a:lumMod val="65000"/>
                    <a:lumOff val="35000"/>
                  </a:schemeClr>
                </a:solidFill>
              </a:defRPr>
            </a:lvl1pPr>
          </a:lstStyle>
          <a:p>
            <a:pPr lvl="0" rtl="0"/>
            <a:endParaRPr lang="en-GB" noProof="0"/>
          </a:p>
        </p:txBody>
      </p:sp>
      <p:sp>
        <p:nvSpPr>
          <p:cNvPr id="4" name="TextBox 3">
            <a:extLst>
              <a:ext uri="{FF2B5EF4-FFF2-40B4-BE49-F238E27FC236}">
                <a16:creationId xmlns:a16="http://schemas.microsoft.com/office/drawing/2014/main" id="{170B1EE8-1F9D-3D94-A21A-E0D55F0CFDA2}"/>
              </a:ext>
            </a:extLst>
          </p:cNvPr>
          <p:cNvSpPr txBox="1"/>
          <p:nvPr>
            <p:extLst>
              <p:ext uri="{1162E1C5-73C7-4A58-AE30-91384D911F3F}">
                <p184:classification xmlns:p184="http://schemas.microsoft.com/office/powerpoint/2018/4/main" val="ftr"/>
              </p:ext>
            </p:extLst>
          </p:nvPr>
        </p:nvSpPr>
        <p:spPr>
          <a:xfrm>
            <a:off x="5635625" y="6611620"/>
            <a:ext cx="955675" cy="182880"/>
          </a:xfrm>
          <a:prstGeom prst="rect">
            <a:avLst/>
          </a:prstGeom>
        </p:spPr>
        <p:txBody>
          <a:bodyPr horzOverflow="overflow" lIns="0" tIns="0" rIns="0" bIns="0">
            <a:spAutoFit/>
          </a:bodyPr>
          <a:lstStyle/>
          <a:p>
            <a:pPr algn="l"/>
            <a:r>
              <a:rPr lang="en-US" sz="1200">
                <a:solidFill>
                  <a:srgbClr val="C00000">
                    <a:alpha val="50000"/>
                  </a:srgbClr>
                </a:solidFill>
                <a:latin typeface="BMW Group Condensed"/>
              </a:rPr>
              <a:t>CONFIDENTIAL</a:t>
            </a:r>
          </a:p>
        </p:txBody>
      </p:sp>
    </p:spTree>
    <p:extLst>
      <p:ext uri="{BB962C8B-B14F-4D97-AF65-F5344CB8AC3E}">
        <p14:creationId xmlns:p14="http://schemas.microsoft.com/office/powerpoint/2010/main" val="316977634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Lst>
  <p:hf sldNum="0" hdr="0" ftr="0" dt="0"/>
  <p:txStyles>
    <p:titleStyle>
      <a:lvl1pPr algn="l" defTabSz="914400" rtl="0" eaLnBrk="1" latinLnBrk="0" hangingPunct="1">
        <a:lnSpc>
          <a:spcPct val="100000"/>
        </a:lnSpc>
        <a:spcBef>
          <a:spcPts val="0"/>
        </a:spcBef>
        <a:spcAft>
          <a:spcPts val="0"/>
        </a:spcAft>
        <a:buNone/>
        <a:defRPr sz="2600" b="0" kern="1200" cap="all" baseline="0">
          <a:solidFill>
            <a:schemeClr val="tx2"/>
          </a:solidFill>
          <a:latin typeface="+mj-lt"/>
          <a:ea typeface="+mj-ea"/>
          <a:cs typeface="+mj-cs"/>
        </a:defRPr>
      </a:lvl1pPr>
    </p:titleStyle>
    <p:bodyStyle>
      <a:lvl1pPr marL="190800" indent="-190800" algn="l" defTabSz="914400" rtl="0" eaLnBrk="1" latinLnBrk="0" hangingPunct="1">
        <a:lnSpc>
          <a:spcPct val="100000"/>
        </a:lnSpc>
        <a:spcBef>
          <a:spcPts val="0"/>
        </a:spcBef>
        <a:spcAft>
          <a:spcPts val="600"/>
        </a:spcAft>
        <a:buClr>
          <a:schemeClr val="tx2"/>
        </a:buClr>
        <a:buFont typeface="Wingdings" panose="05000000000000000000" pitchFamily="2" charset="2"/>
        <a:buChar char="§"/>
        <a:defRPr sz="1800" kern="1200">
          <a:solidFill>
            <a:schemeClr val="tx1"/>
          </a:solidFill>
          <a:latin typeface="+mn-lt"/>
          <a:ea typeface="+mn-ea"/>
          <a:cs typeface="+mn-cs"/>
        </a:defRPr>
      </a:lvl1pPr>
      <a:lvl2pPr marL="3816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2pPr>
      <a:lvl3pPr marL="5724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3pPr>
      <a:lvl4pPr marL="7632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4pPr>
      <a:lvl5pPr marL="9540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02">
          <p15:clr>
            <a:srgbClr val="F26B43"/>
          </p15:clr>
        </p15:guide>
        <p15:guide id="7" orient="horz" pos="217">
          <p15:clr>
            <a:srgbClr val="F26B43"/>
          </p15:clr>
        </p15:guide>
        <p15:guide id="8" pos="7378">
          <p15:clr>
            <a:srgbClr val="F26B43"/>
          </p15:clr>
        </p15:guide>
        <p15:guide id="9" orient="horz" pos="890">
          <p15:clr>
            <a:srgbClr val="F26B43"/>
          </p15:clr>
        </p15:guide>
        <p15:guide id="10" orient="horz" pos="3974">
          <p15:clr>
            <a:srgbClr val="F26B43"/>
          </p15:clr>
        </p15:guide>
        <p15:guide id="11" orient="horz" pos="4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B631ABB-1D3D-91BA-D043-72E4F7B07CD5}"/>
              </a:ext>
            </a:extLst>
          </p:cNvPr>
          <p:cNvPicPr>
            <a:picLocks noChangeAspect="1"/>
          </p:cNvPicPr>
          <p:nvPr/>
        </p:nvPicPr>
        <p:blipFill>
          <a:blip r:embed="rId2"/>
          <a:stretch>
            <a:fillRect/>
          </a:stretch>
        </p:blipFill>
        <p:spPr>
          <a:xfrm>
            <a:off x="0" y="0"/>
            <a:ext cx="12192000" cy="6858000"/>
          </a:xfrm>
          <a:prstGeom prst="rect">
            <a:avLst/>
          </a:prstGeom>
        </p:spPr>
      </p:pic>
      <p:sp>
        <p:nvSpPr>
          <p:cNvPr id="3" name="Titel 2">
            <a:extLst>
              <a:ext uri="{FF2B5EF4-FFF2-40B4-BE49-F238E27FC236}">
                <a16:creationId xmlns:a16="http://schemas.microsoft.com/office/drawing/2014/main" id="{D4300F7E-BB66-4471-B707-0451A20D65CE}"/>
              </a:ext>
            </a:extLst>
          </p:cNvPr>
          <p:cNvSpPr>
            <a:spLocks noGrp="1"/>
          </p:cNvSpPr>
          <p:nvPr>
            <p:ph type="ctrTitle"/>
          </p:nvPr>
        </p:nvSpPr>
        <p:spPr>
          <a:xfrm>
            <a:off x="0" y="4453532"/>
            <a:ext cx="12192000" cy="760959"/>
          </a:xfrm>
        </p:spPr>
        <p:txBody>
          <a:bodyPr/>
          <a:lstStyle/>
          <a:p>
            <a:r>
              <a:rPr lang="de-DE"/>
              <a:t>Skills Interview –  Case Study</a:t>
            </a:r>
          </a:p>
        </p:txBody>
      </p:sp>
      <p:sp>
        <p:nvSpPr>
          <p:cNvPr id="4" name="Untertitel 3">
            <a:extLst>
              <a:ext uri="{FF2B5EF4-FFF2-40B4-BE49-F238E27FC236}">
                <a16:creationId xmlns:a16="http://schemas.microsoft.com/office/drawing/2014/main" id="{94224AE8-483B-4B0D-9174-733529617E51}"/>
              </a:ext>
            </a:extLst>
          </p:cNvPr>
          <p:cNvSpPr>
            <a:spLocks noGrp="1"/>
          </p:cNvSpPr>
          <p:nvPr>
            <p:ph type="subTitle" idx="1"/>
          </p:nvPr>
        </p:nvSpPr>
        <p:spPr/>
        <p:txBody>
          <a:bodyPr vert="horz" wrap="square" lIns="572400" tIns="72000" rIns="572400" bIns="72000" rtlCol="0" anchor="t">
            <a:spAutoFit/>
          </a:bodyPr>
          <a:lstStyle/>
          <a:p>
            <a:r>
              <a:rPr lang="de-DE"/>
              <a:t>Data Science - Finance</a:t>
            </a:r>
          </a:p>
        </p:txBody>
      </p:sp>
      <p:sp>
        <p:nvSpPr>
          <p:cNvPr id="5" name="SmartArt-Platzhalter 4">
            <a:extLst>
              <a:ext uri="{FF2B5EF4-FFF2-40B4-BE49-F238E27FC236}">
                <a16:creationId xmlns:a16="http://schemas.microsoft.com/office/drawing/2014/main" id="{71916DA1-092C-4F66-A9D4-50DFE56A064D}"/>
              </a:ext>
            </a:extLst>
          </p:cNvPr>
          <p:cNvSpPr>
            <a:spLocks noGrp="1"/>
          </p:cNvSpPr>
          <p:nvPr>
            <p:ph type="dgm" sz="quarter" idx="24"/>
          </p:nvPr>
        </p:nvSpPr>
        <p:spPr/>
        <p:txBody>
          <a:bodyPr/>
          <a:lstStyle/>
          <a:p>
            <a:endParaRPr lang="de-DE"/>
          </a:p>
        </p:txBody>
      </p:sp>
      <p:sp>
        <p:nvSpPr>
          <p:cNvPr id="6" name="Textplatzhalter 5">
            <a:extLst>
              <a:ext uri="{FF2B5EF4-FFF2-40B4-BE49-F238E27FC236}">
                <a16:creationId xmlns:a16="http://schemas.microsoft.com/office/drawing/2014/main" id="{5614E56D-022A-48AF-B9B0-A5080557EA5D}"/>
              </a:ext>
            </a:extLst>
          </p:cNvPr>
          <p:cNvSpPr>
            <a:spLocks noGrp="1"/>
          </p:cNvSpPr>
          <p:nvPr>
            <p:ph type="body" sz="quarter" idx="22"/>
          </p:nvPr>
        </p:nvSpPr>
        <p:spPr/>
        <p:txBody>
          <a:bodyPr/>
          <a:lstStyle/>
          <a:p>
            <a:r>
              <a:rPr lang="de-DE"/>
              <a:t>TH-71</a:t>
            </a:r>
          </a:p>
        </p:txBody>
      </p:sp>
      <p:sp>
        <p:nvSpPr>
          <p:cNvPr id="7" name="SmartArt-Platzhalter 6">
            <a:extLst>
              <a:ext uri="{FF2B5EF4-FFF2-40B4-BE49-F238E27FC236}">
                <a16:creationId xmlns:a16="http://schemas.microsoft.com/office/drawing/2014/main" id="{D778E3CB-C62A-4DB7-9176-29F4B60F0E16}"/>
              </a:ext>
            </a:extLst>
          </p:cNvPr>
          <p:cNvSpPr>
            <a:spLocks noGrp="1"/>
          </p:cNvSpPr>
          <p:nvPr>
            <p:ph type="dgm" sz="quarter" idx="23"/>
          </p:nvPr>
        </p:nvSpPr>
        <p:spPr/>
        <p:txBody>
          <a:bodyPr/>
          <a:lstStyle/>
          <a:p>
            <a:endParaRPr lang="de-DE"/>
          </a:p>
        </p:txBody>
      </p:sp>
      <p:sp>
        <p:nvSpPr>
          <p:cNvPr id="8" name="Inhaltsplatzhalter 7">
            <a:extLst>
              <a:ext uri="{FF2B5EF4-FFF2-40B4-BE49-F238E27FC236}">
                <a16:creationId xmlns:a16="http://schemas.microsoft.com/office/drawing/2014/main" id="{E63D8E9A-AC75-4A3E-AE4F-D31501AF8578}"/>
              </a:ext>
            </a:extLst>
          </p:cNvPr>
          <p:cNvSpPr>
            <a:spLocks noGrp="1"/>
          </p:cNvSpPr>
          <p:nvPr>
            <p:ph sz="quarter" idx="25"/>
          </p:nvPr>
        </p:nvSpPr>
        <p:spPr>
          <a:xfrm>
            <a:off x="572400" y="1182932"/>
            <a:ext cx="1685845" cy="247034"/>
          </a:xfrm>
        </p:spPr>
        <p:txBody>
          <a:bodyPr>
            <a:normAutofit fontScale="70000" lnSpcReduction="20000"/>
          </a:bodyPr>
          <a:lstStyle/>
          <a:p>
            <a:r>
              <a:rPr lang="de-DE" err="1"/>
              <a:t>Gyár</a:t>
            </a:r>
            <a:r>
              <a:rPr lang="de-DE"/>
              <a:t> Debrecen</a:t>
            </a:r>
            <a:endParaRPr lang="en-GB"/>
          </a:p>
          <a:p>
            <a:endParaRPr lang="de-DE"/>
          </a:p>
        </p:txBody>
      </p:sp>
      <p:pic>
        <p:nvPicPr>
          <p:cNvPr id="12" name="Picture 11">
            <a:extLst>
              <a:ext uri="{FF2B5EF4-FFF2-40B4-BE49-F238E27FC236}">
                <a16:creationId xmlns:a16="http://schemas.microsoft.com/office/drawing/2014/main" id="{46189494-5D6B-DEAB-DF1B-997E12F3A7F8}"/>
              </a:ext>
            </a:extLst>
          </p:cNvPr>
          <p:cNvPicPr>
            <a:picLocks noChangeAspect="1"/>
          </p:cNvPicPr>
          <p:nvPr/>
        </p:nvPicPr>
        <p:blipFill>
          <a:blip r:embed="rId3"/>
          <a:stretch>
            <a:fillRect/>
          </a:stretch>
        </p:blipFill>
        <p:spPr>
          <a:xfrm>
            <a:off x="8716532" y="651268"/>
            <a:ext cx="2016216" cy="572400"/>
          </a:xfrm>
          <a:prstGeom prst="rect">
            <a:avLst/>
          </a:prstGeom>
        </p:spPr>
      </p:pic>
      <p:cxnSp>
        <p:nvCxnSpPr>
          <p:cNvPr id="14" name="Straight Connector 13">
            <a:extLst>
              <a:ext uri="{FF2B5EF4-FFF2-40B4-BE49-F238E27FC236}">
                <a16:creationId xmlns:a16="http://schemas.microsoft.com/office/drawing/2014/main" id="{194DB97A-704F-253A-E92A-6FF1132534C1}"/>
              </a:ext>
            </a:extLst>
          </p:cNvPr>
          <p:cNvCxnSpPr>
            <a:cxnSpLocks/>
          </p:cNvCxnSpPr>
          <p:nvPr/>
        </p:nvCxnSpPr>
        <p:spPr>
          <a:xfrm>
            <a:off x="10864851" y="572399"/>
            <a:ext cx="0" cy="61053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3348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7B1BA19A-7C92-DFDE-7E9F-D85732712B33}"/>
              </a:ext>
            </a:extLst>
          </p:cNvPr>
          <p:cNvSpPr>
            <a:spLocks noGrp="1"/>
          </p:cNvSpPr>
          <p:nvPr>
            <p:ph sz="quarter" idx="19"/>
          </p:nvPr>
        </p:nvSpPr>
        <p:spPr/>
        <p:txBody>
          <a:bodyPr vert="horz" lIns="0" tIns="0" rIns="0" bIns="0" rtlCol="0" anchor="t">
            <a:noAutofit/>
          </a:bodyPr>
          <a:lstStyle/>
          <a:p>
            <a:pPr marL="0" indent="0">
              <a:buNone/>
            </a:pPr>
            <a:r>
              <a:rPr lang="de-DE" sz="1200" dirty="0" err="1"/>
              <a:t>Tips</a:t>
            </a:r>
            <a:endParaRPr lang="de-DE" sz="1200" dirty="0"/>
          </a:p>
          <a:p>
            <a:pPr marL="0" indent="0">
              <a:buNone/>
            </a:pPr>
            <a:endParaRPr lang="de-DE" sz="1200" dirty="0"/>
          </a:p>
          <a:p>
            <a:pPr marL="0" indent="0">
              <a:buNone/>
            </a:pPr>
            <a:endParaRPr lang="de-DE" sz="1200" dirty="0"/>
          </a:p>
          <a:p>
            <a:pPr marL="0" indent="0">
              <a:buNone/>
            </a:pPr>
            <a:endParaRPr lang="de-DE" sz="1200" dirty="0"/>
          </a:p>
          <a:p>
            <a:pPr marL="0" indent="0">
              <a:buNone/>
            </a:pPr>
            <a:endParaRPr lang="de-DE" sz="1200" dirty="0"/>
          </a:p>
          <a:p>
            <a:pPr marL="0" indent="0">
              <a:buNone/>
            </a:pPr>
            <a:r>
              <a:rPr lang="de-DE" sz="1200" b="1" dirty="0">
                <a:solidFill>
                  <a:schemeClr val="tx2"/>
                </a:solidFill>
              </a:rPr>
              <a:t>Case Study </a:t>
            </a:r>
            <a:r>
              <a:rPr lang="de-DE" sz="1200" b="1" dirty="0" err="1">
                <a:solidFill>
                  <a:schemeClr val="tx2"/>
                </a:solidFill>
              </a:rPr>
              <a:t>Introduction</a:t>
            </a:r>
            <a:endParaRPr lang="de-DE" sz="1200" b="1" dirty="0">
              <a:solidFill>
                <a:schemeClr val="tx2"/>
              </a:solidFill>
            </a:endParaRPr>
          </a:p>
          <a:p>
            <a:pPr marL="0" indent="0">
              <a:spcAft>
                <a:spcPts val="300"/>
              </a:spcAft>
              <a:buNone/>
            </a:pPr>
            <a:r>
              <a:rPr lang="de-DE" sz="1200" dirty="0">
                <a:solidFill>
                  <a:schemeClr val="tx2"/>
                </a:solidFill>
              </a:rPr>
              <a:t>Background</a:t>
            </a:r>
          </a:p>
          <a:p>
            <a:pPr marL="0" indent="0">
              <a:spcAft>
                <a:spcPts val="300"/>
              </a:spcAft>
              <a:buNone/>
            </a:pPr>
            <a:r>
              <a:rPr lang="en-US" sz="1200" dirty="0"/>
              <a:t>BMW has launched its latest luxury electric SUV, the </a:t>
            </a:r>
            <a:r>
              <a:rPr lang="en-US" sz="1200" b="1" dirty="0"/>
              <a:t>BMW iX0</a:t>
            </a:r>
            <a:r>
              <a:rPr lang="en-US" sz="1200" dirty="0"/>
              <a:t>, at a cutting-edge production facility in </a:t>
            </a:r>
            <a:r>
              <a:rPr lang="en-US" sz="1200" b="1" dirty="0"/>
              <a:t>Debrecen, Hungary</a:t>
            </a:r>
            <a:r>
              <a:rPr lang="en-US" sz="1200" dirty="0"/>
              <a:t>. After an intense </a:t>
            </a:r>
            <a:r>
              <a:rPr lang="en-US" sz="1200" b="1" dirty="0"/>
              <a:t>18-month preparation period</a:t>
            </a:r>
            <a:r>
              <a:rPr lang="en-US" sz="1200" dirty="0"/>
              <a:t>, the plant has successfully met unprecedented timelines to start production on schedule. With a capacity to build </a:t>
            </a:r>
            <a:r>
              <a:rPr lang="en-US" sz="1200" b="1" dirty="0"/>
              <a:t>300 units per day</a:t>
            </a:r>
            <a:r>
              <a:rPr lang="en-US" sz="1200" dirty="0"/>
              <a:t>, the team is now focused on ramping up production while elevating quality standards to delight customers in the luxury segment.</a:t>
            </a:r>
          </a:p>
          <a:p>
            <a:pPr marL="0" indent="0">
              <a:spcAft>
                <a:spcPts val="300"/>
              </a:spcAft>
              <a:buNone/>
            </a:pPr>
            <a:endParaRPr lang="en-US" sz="1200" dirty="0"/>
          </a:p>
          <a:p>
            <a:pPr marL="0" indent="0">
              <a:buNone/>
            </a:pPr>
            <a:r>
              <a:rPr lang="en-US" sz="1200" b="1" dirty="0"/>
              <a:t>Current Challenge:</a:t>
            </a:r>
            <a:endParaRPr lang="en-US" sz="1200" dirty="0"/>
          </a:p>
          <a:p>
            <a:pPr marL="190500" indent="-190500"/>
            <a:r>
              <a:rPr lang="en-US" sz="1200" dirty="0">
                <a:ea typeface="+mn-lt"/>
                <a:cs typeface="+mn-lt"/>
              </a:rPr>
              <a:t>Despite predictable business operations, the Finance Department struggles to proactively control costs as spending becomes more complex across multiple G/L account groups and time periods. While detailed G/L-level data is available, the lack of aggregation, forecasting, and automated anomaly detection limits early visibility into unusual or high-risk cost behavior.</a:t>
            </a:r>
          </a:p>
          <a:p>
            <a:pPr marL="0" indent="0">
              <a:spcAft>
                <a:spcPts val="300"/>
              </a:spcAft>
              <a:buNone/>
            </a:pPr>
            <a:endParaRPr lang="en-US" sz="1200" dirty="0"/>
          </a:p>
          <a:p>
            <a:pPr marL="0" indent="0">
              <a:spcAft>
                <a:spcPts val="300"/>
              </a:spcAft>
              <a:buNone/>
            </a:pPr>
            <a:endParaRPr lang="de-DE" sz="1200" dirty="0">
              <a:solidFill>
                <a:srgbClr val="3D3929"/>
              </a:solidFill>
              <a:latin typeface="+mj-lt"/>
            </a:endParaRPr>
          </a:p>
          <a:p>
            <a:pPr marL="0" indent="0">
              <a:spcAft>
                <a:spcPts val="300"/>
              </a:spcAft>
              <a:buNone/>
            </a:pPr>
            <a:endParaRPr lang="de-DE" sz="1200" dirty="0">
              <a:solidFill>
                <a:schemeClr val="tx2"/>
              </a:solidFill>
            </a:endParaRPr>
          </a:p>
        </p:txBody>
      </p:sp>
      <p:sp>
        <p:nvSpPr>
          <p:cNvPr id="4" name="Titel 3">
            <a:extLst>
              <a:ext uri="{FF2B5EF4-FFF2-40B4-BE49-F238E27FC236}">
                <a16:creationId xmlns:a16="http://schemas.microsoft.com/office/drawing/2014/main" id="{3FE1B623-EC29-4FF1-0E22-A58FDEB86548}"/>
              </a:ext>
            </a:extLst>
          </p:cNvPr>
          <p:cNvSpPr>
            <a:spLocks noGrp="1"/>
          </p:cNvSpPr>
          <p:nvPr>
            <p:ph type="title"/>
          </p:nvPr>
        </p:nvSpPr>
        <p:spPr/>
        <p:txBody>
          <a:bodyPr/>
          <a:lstStyle/>
          <a:p>
            <a:r>
              <a:rPr lang="de-DE" dirty="0" err="1"/>
              <a:t>Introduction</a:t>
            </a:r>
            <a:endParaRPr lang="de-DE" dirty="0"/>
          </a:p>
        </p:txBody>
      </p:sp>
      <p:sp>
        <p:nvSpPr>
          <p:cNvPr id="3" name="Inhaltsplatzhalter 2">
            <a:extLst>
              <a:ext uri="{FF2B5EF4-FFF2-40B4-BE49-F238E27FC236}">
                <a16:creationId xmlns:a16="http://schemas.microsoft.com/office/drawing/2014/main" id="{B080C501-1948-E07F-752E-07BCC20557B3}"/>
              </a:ext>
            </a:extLst>
          </p:cNvPr>
          <p:cNvSpPr>
            <a:spLocks noGrp="1"/>
          </p:cNvSpPr>
          <p:nvPr>
            <p:ph sz="quarter" idx="17"/>
          </p:nvPr>
        </p:nvSpPr>
        <p:spPr/>
        <p:txBody>
          <a:bodyPr/>
          <a:lstStyle/>
          <a:p>
            <a:pPr marL="0" indent="0">
              <a:spcAft>
                <a:spcPts val="300"/>
              </a:spcAft>
              <a:buNone/>
            </a:pPr>
            <a:r>
              <a:rPr lang="de-DE" sz="1200" dirty="0"/>
              <a:t>Dear </a:t>
            </a:r>
            <a:r>
              <a:rPr lang="de-DE" sz="1200" dirty="0" err="1"/>
              <a:t>Candidate</a:t>
            </a:r>
            <a:r>
              <a:rPr lang="de-DE" sz="1200" dirty="0"/>
              <a:t>, </a:t>
            </a:r>
          </a:p>
          <a:p>
            <a:pPr marL="0" indent="0">
              <a:spcAft>
                <a:spcPts val="300"/>
              </a:spcAft>
              <a:buNone/>
            </a:pPr>
            <a:endParaRPr lang="de-DE" sz="1200" dirty="0"/>
          </a:p>
          <a:p>
            <a:pPr marL="0" indent="0">
              <a:spcAft>
                <a:spcPts val="300"/>
              </a:spcAft>
              <a:buNone/>
            </a:pPr>
            <a:r>
              <a:rPr lang="de-DE" sz="1200" dirty="0"/>
              <a:t>Welcome </a:t>
            </a:r>
            <a:r>
              <a:rPr lang="de-DE" sz="1200" dirty="0" err="1"/>
              <a:t>to</a:t>
            </a:r>
            <a:r>
              <a:rPr lang="de-DE" sz="1200" dirty="0"/>
              <a:t> </a:t>
            </a:r>
            <a:r>
              <a:rPr lang="de-DE" sz="1200" dirty="0" err="1"/>
              <a:t>the</a:t>
            </a:r>
            <a:r>
              <a:rPr lang="de-DE" sz="1200" dirty="0"/>
              <a:t> BMW </a:t>
            </a:r>
            <a:r>
              <a:rPr lang="de-DE" sz="1200" dirty="0" err="1"/>
              <a:t>Qlab</a:t>
            </a:r>
            <a:r>
              <a:rPr lang="hu-HU" sz="1200" dirty="0"/>
              <a:t> &amp; </a:t>
            </a:r>
            <a:r>
              <a:rPr lang="hu-HU" sz="1200" dirty="0" err="1"/>
              <a:t>Finance</a:t>
            </a:r>
            <a:r>
              <a:rPr lang="de-DE" sz="1200" dirty="0"/>
              <a:t> in Plant Debrecen.  </a:t>
            </a:r>
            <a:r>
              <a:rPr lang="de-DE" sz="1200" dirty="0" err="1"/>
              <a:t>Congratulations</a:t>
            </a:r>
            <a:r>
              <a:rPr lang="de-DE" sz="1200" dirty="0"/>
              <a:t> on </a:t>
            </a:r>
            <a:r>
              <a:rPr lang="de-DE" sz="1200" dirty="0" err="1"/>
              <a:t>advancing</a:t>
            </a:r>
            <a:r>
              <a:rPr lang="de-DE" sz="1200" dirty="0"/>
              <a:t> </a:t>
            </a:r>
            <a:r>
              <a:rPr lang="de-DE" sz="1200" dirty="0" err="1"/>
              <a:t>to</a:t>
            </a:r>
            <a:r>
              <a:rPr lang="de-DE" sz="1200" dirty="0"/>
              <a:t> </a:t>
            </a:r>
            <a:r>
              <a:rPr lang="de-DE" sz="1200" dirty="0" err="1"/>
              <a:t>the</a:t>
            </a:r>
            <a:r>
              <a:rPr lang="de-DE" sz="1200" dirty="0"/>
              <a:t> </a:t>
            </a:r>
            <a:r>
              <a:rPr lang="de-DE" sz="1200" b="1" dirty="0"/>
              <a:t>Skills </a:t>
            </a:r>
            <a:r>
              <a:rPr lang="de-DE" sz="1200" b="1" dirty="0" err="1"/>
              <a:t>Based</a:t>
            </a:r>
            <a:r>
              <a:rPr lang="de-DE" sz="1200" b="1" dirty="0"/>
              <a:t> Interview</a:t>
            </a:r>
            <a:r>
              <a:rPr lang="de-DE" sz="1200" dirty="0"/>
              <a:t>. In </a:t>
            </a:r>
            <a:r>
              <a:rPr lang="de-DE" sz="1200" dirty="0" err="1"/>
              <a:t>this</a:t>
            </a:r>
            <a:r>
              <a:rPr lang="de-DE" sz="1200" dirty="0"/>
              <a:t> </a:t>
            </a:r>
            <a:r>
              <a:rPr lang="de-DE" sz="1200" dirty="0" err="1"/>
              <a:t>phase</a:t>
            </a:r>
            <a:r>
              <a:rPr lang="de-DE" sz="1200" dirty="0"/>
              <a:t> </a:t>
            </a:r>
            <a:r>
              <a:rPr lang="de-DE" sz="1200" dirty="0" err="1"/>
              <a:t>of</a:t>
            </a:r>
            <a:r>
              <a:rPr lang="de-DE" sz="1200" dirty="0"/>
              <a:t> </a:t>
            </a:r>
            <a:r>
              <a:rPr lang="de-DE" sz="1200" dirty="0" err="1"/>
              <a:t>the</a:t>
            </a:r>
            <a:r>
              <a:rPr lang="de-DE" sz="1200" dirty="0"/>
              <a:t> </a:t>
            </a:r>
            <a:r>
              <a:rPr lang="de-DE" sz="1200" dirty="0" err="1"/>
              <a:t>the</a:t>
            </a:r>
            <a:r>
              <a:rPr lang="de-DE" sz="1200" dirty="0"/>
              <a:t> interview </a:t>
            </a:r>
            <a:r>
              <a:rPr lang="de-DE" sz="1200" dirty="0" err="1"/>
              <a:t>there</a:t>
            </a:r>
            <a:r>
              <a:rPr lang="de-DE" sz="1200" dirty="0"/>
              <a:t> will </a:t>
            </a:r>
            <a:r>
              <a:rPr lang="de-DE" sz="1200" dirty="0" err="1"/>
              <a:t>be</a:t>
            </a:r>
            <a:r>
              <a:rPr lang="de-DE" sz="1200" dirty="0"/>
              <a:t> 4 </a:t>
            </a:r>
            <a:r>
              <a:rPr lang="de-DE" sz="1200" dirty="0" err="1"/>
              <a:t>sections</a:t>
            </a:r>
            <a:r>
              <a:rPr lang="de-DE" sz="1200" dirty="0"/>
              <a:t>.</a:t>
            </a:r>
          </a:p>
          <a:p>
            <a:pPr marL="0" indent="0">
              <a:spcAft>
                <a:spcPts val="300"/>
              </a:spcAft>
              <a:buNone/>
            </a:pPr>
            <a:endParaRPr lang="de-DE" sz="900" dirty="0"/>
          </a:p>
          <a:p>
            <a:pPr marL="228600" indent="-228600">
              <a:spcAft>
                <a:spcPts val="300"/>
              </a:spcAft>
              <a:buFont typeface="+mj-lt"/>
              <a:buAutoNum type="arabicPeriod"/>
            </a:pPr>
            <a:r>
              <a:rPr lang="de-DE" sz="1200" dirty="0"/>
              <a:t>Case Study </a:t>
            </a:r>
          </a:p>
          <a:p>
            <a:pPr marL="419400" lvl="1" indent="-228600">
              <a:spcAft>
                <a:spcPts val="300"/>
              </a:spcAft>
              <a:buFont typeface="+mj-lt"/>
              <a:buAutoNum type="alphaLcParenR"/>
            </a:pPr>
            <a:r>
              <a:rPr lang="de-DE" sz="1200" dirty="0"/>
              <a:t>Case Study </a:t>
            </a:r>
            <a:r>
              <a:rPr lang="de-DE" sz="1200" dirty="0" err="1"/>
              <a:t>Results</a:t>
            </a:r>
            <a:r>
              <a:rPr lang="de-DE" sz="1200" dirty="0"/>
              <a:t> </a:t>
            </a:r>
            <a:r>
              <a:rPr lang="de-DE" sz="1200" dirty="0" err="1"/>
              <a:t>Presentation</a:t>
            </a:r>
            <a:r>
              <a:rPr lang="de-DE" sz="1200" dirty="0"/>
              <a:t> (20 </a:t>
            </a:r>
            <a:r>
              <a:rPr lang="de-DE" sz="1200" dirty="0" err="1"/>
              <a:t>minutes</a:t>
            </a:r>
            <a:r>
              <a:rPr lang="de-DE" sz="1200" dirty="0"/>
              <a:t>)</a:t>
            </a:r>
          </a:p>
          <a:p>
            <a:pPr marL="419400" lvl="1" indent="-228600">
              <a:spcAft>
                <a:spcPts val="300"/>
              </a:spcAft>
              <a:buFont typeface="+mj-lt"/>
              <a:buAutoNum type="alphaLcParenR"/>
            </a:pPr>
            <a:r>
              <a:rPr lang="de-DE" sz="1200" dirty="0"/>
              <a:t>Case Study </a:t>
            </a:r>
            <a:r>
              <a:rPr lang="de-DE" sz="1200" dirty="0" err="1"/>
              <a:t>Results</a:t>
            </a:r>
            <a:r>
              <a:rPr lang="de-DE" sz="1200" dirty="0"/>
              <a:t> Q&amp;A (10 </a:t>
            </a:r>
            <a:r>
              <a:rPr lang="de-DE" sz="1200" dirty="0" err="1"/>
              <a:t>minutes</a:t>
            </a:r>
            <a:r>
              <a:rPr lang="de-DE" sz="1200" dirty="0"/>
              <a:t>)</a:t>
            </a:r>
            <a:endParaRPr lang="hu-HU" sz="1200" dirty="0"/>
          </a:p>
          <a:p>
            <a:pPr marL="228600" indent="-228600">
              <a:spcAft>
                <a:spcPts val="300"/>
              </a:spcAft>
              <a:buFont typeface="+mj-lt"/>
              <a:buAutoNum type="arabicPeriod"/>
            </a:pPr>
            <a:r>
              <a:rPr lang="de-DE" sz="1200" dirty="0"/>
              <a:t>Assessment (</a:t>
            </a:r>
            <a:r>
              <a:rPr lang="hu-HU" sz="1200" dirty="0"/>
              <a:t>15</a:t>
            </a:r>
            <a:r>
              <a:rPr lang="de-DE" sz="1200" dirty="0"/>
              <a:t> </a:t>
            </a:r>
            <a:r>
              <a:rPr lang="de-DE" sz="1200" dirty="0" err="1"/>
              <a:t>Minutes</a:t>
            </a:r>
            <a:r>
              <a:rPr lang="de-DE" sz="1200" dirty="0"/>
              <a:t>)</a:t>
            </a:r>
          </a:p>
          <a:p>
            <a:pPr marL="0" indent="-228600">
              <a:spcAft>
                <a:spcPts val="300"/>
              </a:spcAft>
              <a:buFont typeface="+mj-lt"/>
              <a:buAutoNum type="arabicPeriod"/>
            </a:pPr>
            <a:r>
              <a:rPr lang="de-DE" sz="1200" dirty="0"/>
              <a:t>Open Questions – </a:t>
            </a:r>
            <a:r>
              <a:rPr lang="de-DE" sz="1200" dirty="0" err="1"/>
              <a:t>Candidate</a:t>
            </a:r>
            <a:r>
              <a:rPr lang="de-DE" sz="1200" dirty="0"/>
              <a:t> </a:t>
            </a:r>
            <a:r>
              <a:rPr lang="de-DE" sz="1200" dirty="0" err="1"/>
              <a:t>towards</a:t>
            </a:r>
            <a:r>
              <a:rPr lang="de-DE" sz="1200" dirty="0"/>
              <a:t> </a:t>
            </a:r>
            <a:r>
              <a:rPr lang="de-DE" sz="1200" dirty="0" err="1"/>
              <a:t>interviewer</a:t>
            </a:r>
            <a:r>
              <a:rPr lang="de-DE" sz="1200" dirty="0"/>
              <a:t> (10 </a:t>
            </a:r>
            <a:r>
              <a:rPr lang="de-DE" sz="1200" dirty="0" err="1"/>
              <a:t>minutes</a:t>
            </a:r>
            <a:r>
              <a:rPr lang="de-DE" sz="1200" dirty="0"/>
              <a:t>)</a:t>
            </a:r>
          </a:p>
          <a:p>
            <a:pPr marL="228600" indent="-228600">
              <a:spcAft>
                <a:spcPts val="300"/>
              </a:spcAft>
              <a:buFont typeface="+mj-lt"/>
              <a:buAutoNum type="arabicPeriod"/>
            </a:pPr>
            <a:endParaRPr lang="de-DE" sz="1200" dirty="0"/>
          </a:p>
          <a:p>
            <a:pPr marL="0" indent="0">
              <a:spcAft>
                <a:spcPts val="300"/>
              </a:spcAft>
              <a:buNone/>
            </a:pPr>
            <a:r>
              <a:rPr lang="de-DE" sz="1200" dirty="0" err="1"/>
              <a:t>Our</a:t>
            </a:r>
            <a:r>
              <a:rPr lang="de-DE" sz="1200" dirty="0"/>
              <a:t> interview </a:t>
            </a:r>
            <a:r>
              <a:rPr lang="de-DE" sz="1200" dirty="0" err="1"/>
              <a:t>is</a:t>
            </a:r>
            <a:r>
              <a:rPr lang="de-DE" sz="1200" dirty="0"/>
              <a:t> </a:t>
            </a:r>
            <a:r>
              <a:rPr lang="de-DE" sz="1200" dirty="0" err="1"/>
              <a:t>designed</a:t>
            </a:r>
            <a:r>
              <a:rPr lang="de-DE" sz="1200" dirty="0"/>
              <a:t> </a:t>
            </a:r>
            <a:r>
              <a:rPr lang="de-DE" sz="1200" dirty="0" err="1"/>
              <a:t>to</a:t>
            </a:r>
            <a:r>
              <a:rPr lang="de-DE" sz="1200" dirty="0"/>
              <a:t> </a:t>
            </a:r>
            <a:r>
              <a:rPr lang="de-DE" sz="1200" dirty="0" err="1"/>
              <a:t>be</a:t>
            </a:r>
            <a:r>
              <a:rPr lang="de-DE" sz="1200" dirty="0"/>
              <a:t> </a:t>
            </a:r>
            <a:r>
              <a:rPr lang="de-DE" sz="1200" dirty="0" err="1"/>
              <a:t>both</a:t>
            </a:r>
            <a:r>
              <a:rPr lang="de-DE" sz="1200" dirty="0"/>
              <a:t> </a:t>
            </a:r>
            <a:r>
              <a:rPr lang="de-DE" sz="1200" dirty="0" err="1"/>
              <a:t>challenging</a:t>
            </a:r>
            <a:r>
              <a:rPr lang="de-DE" sz="1200" dirty="0"/>
              <a:t> and </a:t>
            </a:r>
            <a:r>
              <a:rPr lang="de-DE" sz="1200" dirty="0" err="1"/>
              <a:t>rewarding</a:t>
            </a:r>
            <a:r>
              <a:rPr lang="de-DE" sz="1200" dirty="0"/>
              <a:t>. </a:t>
            </a:r>
            <a:r>
              <a:rPr lang="de-DE" sz="1200" dirty="0" err="1"/>
              <a:t>Our</a:t>
            </a:r>
            <a:r>
              <a:rPr lang="de-DE" sz="1200" dirty="0"/>
              <a:t> </a:t>
            </a:r>
            <a:r>
              <a:rPr lang="de-DE" sz="1200" dirty="0" err="1"/>
              <a:t>aim</a:t>
            </a:r>
            <a:r>
              <a:rPr lang="de-DE" sz="1200" dirty="0"/>
              <a:t> </a:t>
            </a:r>
            <a:r>
              <a:rPr lang="de-DE" sz="1200" dirty="0" err="1"/>
              <a:t>is</a:t>
            </a:r>
            <a:r>
              <a:rPr lang="de-DE" sz="1200" dirty="0"/>
              <a:t> </a:t>
            </a:r>
            <a:r>
              <a:rPr lang="de-DE" sz="1200" dirty="0" err="1"/>
              <a:t>to</a:t>
            </a:r>
            <a:r>
              <a:rPr lang="de-DE" sz="1200" dirty="0"/>
              <a:t> find </a:t>
            </a:r>
            <a:r>
              <a:rPr lang="de-DE" sz="1200" dirty="0" err="1"/>
              <a:t>talent</a:t>
            </a:r>
            <a:r>
              <a:rPr lang="de-DE" sz="1200" dirty="0"/>
              <a:t>  </a:t>
            </a:r>
            <a:r>
              <a:rPr lang="de-DE" sz="1200" dirty="0" err="1"/>
              <a:t>who</a:t>
            </a:r>
            <a:r>
              <a:rPr lang="de-DE" sz="1200" dirty="0"/>
              <a:t> will </a:t>
            </a:r>
            <a:r>
              <a:rPr lang="de-DE" sz="1200" dirty="0" err="1"/>
              <a:t>flourish</a:t>
            </a:r>
            <a:r>
              <a:rPr lang="de-DE" sz="1200" dirty="0"/>
              <a:t> at BMW and </a:t>
            </a:r>
            <a:r>
              <a:rPr lang="de-DE" sz="1200" dirty="0" err="1"/>
              <a:t>experience</a:t>
            </a:r>
            <a:r>
              <a:rPr lang="de-DE" sz="1200" dirty="0"/>
              <a:t> </a:t>
            </a:r>
            <a:r>
              <a:rPr lang="de-DE" sz="1200" dirty="0" err="1"/>
              <a:t>significant</a:t>
            </a:r>
            <a:r>
              <a:rPr lang="de-DE" sz="1200" dirty="0"/>
              <a:t> personal/professional </a:t>
            </a:r>
            <a:r>
              <a:rPr lang="de-DE" sz="1200" dirty="0" err="1"/>
              <a:t>growth</a:t>
            </a:r>
            <a:r>
              <a:rPr lang="de-DE" sz="1200" dirty="0"/>
              <a:t>.</a:t>
            </a:r>
          </a:p>
          <a:p>
            <a:pPr marL="0" indent="0">
              <a:spcAft>
                <a:spcPts val="300"/>
              </a:spcAft>
              <a:buNone/>
            </a:pPr>
            <a:endParaRPr lang="de-DE" sz="1200" dirty="0"/>
          </a:p>
          <a:p>
            <a:pPr marL="0" indent="0">
              <a:spcAft>
                <a:spcPts val="300"/>
              </a:spcAft>
              <a:buNone/>
            </a:pPr>
            <a:r>
              <a:rPr lang="de-DE" sz="1200" dirty="0"/>
              <a:t>This </a:t>
            </a:r>
            <a:r>
              <a:rPr lang="de-DE" sz="1200" dirty="0" err="1"/>
              <a:t>internship</a:t>
            </a:r>
            <a:r>
              <a:rPr lang="de-DE" sz="1200" dirty="0"/>
              <a:t> </a:t>
            </a:r>
            <a:r>
              <a:rPr lang="de-DE" sz="1200" dirty="0" err="1"/>
              <a:t>isn't</a:t>
            </a:r>
            <a:r>
              <a:rPr lang="de-DE" sz="1200" dirty="0"/>
              <a:t> just </a:t>
            </a:r>
            <a:r>
              <a:rPr lang="de-DE" sz="1200" dirty="0" err="1"/>
              <a:t>about</a:t>
            </a:r>
            <a:r>
              <a:rPr lang="de-DE" sz="1200" dirty="0"/>
              <a:t> </a:t>
            </a:r>
            <a:r>
              <a:rPr lang="de-DE" sz="1200" dirty="0" err="1"/>
              <a:t>completing</a:t>
            </a:r>
            <a:r>
              <a:rPr lang="de-DE" sz="1200" dirty="0"/>
              <a:t> </a:t>
            </a:r>
            <a:r>
              <a:rPr lang="de-DE" sz="1200" dirty="0" err="1"/>
              <a:t>tasks</a:t>
            </a:r>
            <a:r>
              <a:rPr lang="de-DE" sz="1200" dirty="0"/>
              <a:t> – </a:t>
            </a:r>
            <a:r>
              <a:rPr lang="de-DE" sz="1200" dirty="0" err="1"/>
              <a:t>it's</a:t>
            </a:r>
            <a:r>
              <a:rPr lang="de-DE" sz="1200" dirty="0"/>
              <a:t> an </a:t>
            </a:r>
            <a:r>
              <a:rPr lang="de-DE" sz="1200" dirty="0" err="1"/>
              <a:t>opportunity</a:t>
            </a:r>
            <a:r>
              <a:rPr lang="de-DE" sz="1200" dirty="0"/>
              <a:t> </a:t>
            </a:r>
            <a:r>
              <a:rPr lang="de-DE" sz="1200" dirty="0" err="1"/>
              <a:t>for</a:t>
            </a:r>
            <a:r>
              <a:rPr lang="de-DE" sz="1200" dirty="0"/>
              <a:t> </a:t>
            </a:r>
            <a:r>
              <a:rPr lang="de-DE" sz="1200" dirty="0" err="1"/>
              <a:t>you</a:t>
            </a:r>
            <a:r>
              <a:rPr lang="de-DE" sz="1200" dirty="0"/>
              <a:t> </a:t>
            </a:r>
            <a:r>
              <a:rPr lang="de-DE" sz="1200" dirty="0" err="1"/>
              <a:t>to</a:t>
            </a:r>
            <a:r>
              <a:rPr lang="de-DE" sz="1200" dirty="0"/>
              <a:t> </a:t>
            </a:r>
            <a:r>
              <a:rPr lang="de-DE" sz="1200" dirty="0" err="1"/>
              <a:t>develop</a:t>
            </a:r>
            <a:r>
              <a:rPr lang="de-DE" sz="1200" dirty="0"/>
              <a:t> </a:t>
            </a:r>
            <a:r>
              <a:rPr lang="de-DE" sz="1200" dirty="0" err="1"/>
              <a:t>your</a:t>
            </a:r>
            <a:r>
              <a:rPr lang="de-DE" sz="1200" dirty="0"/>
              <a:t> </a:t>
            </a:r>
            <a:r>
              <a:rPr lang="de-DE" sz="1200" dirty="0" err="1"/>
              <a:t>skills</a:t>
            </a:r>
            <a:r>
              <a:rPr lang="de-DE" sz="1200" dirty="0"/>
              <a:t> and </a:t>
            </a:r>
            <a:r>
              <a:rPr lang="de-DE" sz="1200" dirty="0" err="1"/>
              <a:t>career</a:t>
            </a:r>
            <a:r>
              <a:rPr lang="de-DE" sz="1200" dirty="0"/>
              <a:t>. </a:t>
            </a:r>
            <a:r>
              <a:rPr lang="de-DE" sz="1200" dirty="0" err="1"/>
              <a:t>We</a:t>
            </a:r>
            <a:r>
              <a:rPr lang="de-DE" sz="1200" dirty="0"/>
              <a:t> </a:t>
            </a:r>
            <a:r>
              <a:rPr lang="de-DE" sz="1200" dirty="0" err="1"/>
              <a:t>value</a:t>
            </a:r>
            <a:r>
              <a:rPr lang="de-DE" sz="1200" dirty="0"/>
              <a:t> </a:t>
            </a:r>
            <a:r>
              <a:rPr lang="de-DE" sz="1200" dirty="0" err="1"/>
              <a:t>your</a:t>
            </a:r>
            <a:r>
              <a:rPr lang="de-DE" sz="1200" dirty="0"/>
              <a:t> potential and </a:t>
            </a:r>
            <a:r>
              <a:rPr lang="de-DE" sz="1200" dirty="0" err="1"/>
              <a:t>want</a:t>
            </a:r>
            <a:r>
              <a:rPr lang="de-DE" sz="1200" dirty="0"/>
              <a:t> </a:t>
            </a:r>
            <a:r>
              <a:rPr lang="de-DE" sz="1200" dirty="0" err="1"/>
              <a:t>to</a:t>
            </a:r>
            <a:r>
              <a:rPr lang="de-DE" sz="1200" dirty="0"/>
              <a:t> </a:t>
            </a:r>
            <a:r>
              <a:rPr lang="de-DE" sz="1200" dirty="0" err="1"/>
              <a:t>see</a:t>
            </a:r>
            <a:r>
              <a:rPr lang="de-DE" sz="1200" dirty="0"/>
              <a:t> </a:t>
            </a:r>
            <a:r>
              <a:rPr lang="de-DE" sz="1200" dirty="0" err="1"/>
              <a:t>you</a:t>
            </a:r>
            <a:r>
              <a:rPr lang="de-DE" sz="1200" dirty="0"/>
              <a:t> </a:t>
            </a:r>
            <a:r>
              <a:rPr lang="de-DE" sz="1200" dirty="0" err="1"/>
              <a:t>succeed</a:t>
            </a:r>
            <a:r>
              <a:rPr lang="de-DE" sz="1200" dirty="0"/>
              <a:t>.</a:t>
            </a:r>
          </a:p>
          <a:p>
            <a:pPr marL="0" indent="0">
              <a:spcAft>
                <a:spcPts val="300"/>
              </a:spcAft>
              <a:buNone/>
            </a:pPr>
            <a:endParaRPr lang="de-DE" sz="1200" dirty="0"/>
          </a:p>
          <a:p>
            <a:pPr marL="0" indent="0">
              <a:spcAft>
                <a:spcPts val="300"/>
              </a:spcAft>
              <a:buNone/>
            </a:pPr>
            <a:r>
              <a:rPr lang="de-DE" sz="1200" dirty="0" err="1"/>
              <a:t>During</a:t>
            </a:r>
            <a:r>
              <a:rPr lang="de-DE" sz="1200" dirty="0"/>
              <a:t> </a:t>
            </a:r>
            <a:r>
              <a:rPr lang="de-DE" sz="1200" dirty="0" err="1"/>
              <a:t>the</a:t>
            </a:r>
            <a:r>
              <a:rPr lang="de-DE" sz="1200" dirty="0"/>
              <a:t> interview, </a:t>
            </a:r>
            <a:r>
              <a:rPr lang="de-DE" sz="1200" dirty="0" err="1"/>
              <a:t>we</a:t>
            </a:r>
            <a:r>
              <a:rPr lang="de-DE" sz="1200" dirty="0"/>
              <a:t> </a:t>
            </a:r>
            <a:r>
              <a:rPr lang="de-DE" sz="1200" dirty="0" err="1"/>
              <a:t>encourage</a:t>
            </a:r>
            <a:r>
              <a:rPr lang="de-DE" sz="1200" dirty="0"/>
              <a:t> </a:t>
            </a:r>
            <a:r>
              <a:rPr lang="de-DE" sz="1200" dirty="0" err="1"/>
              <a:t>you</a:t>
            </a:r>
            <a:r>
              <a:rPr lang="de-DE" sz="1200" dirty="0"/>
              <a:t> </a:t>
            </a:r>
            <a:r>
              <a:rPr lang="de-DE" sz="1200" dirty="0" err="1"/>
              <a:t>to</a:t>
            </a:r>
            <a:r>
              <a:rPr lang="de-DE" sz="1200" dirty="0"/>
              <a:t>:</a:t>
            </a:r>
          </a:p>
          <a:p>
            <a:pPr>
              <a:spcAft>
                <a:spcPts val="300"/>
              </a:spcAft>
            </a:pPr>
            <a:r>
              <a:rPr lang="de-DE" sz="1200" dirty="0"/>
              <a:t>Relax and </a:t>
            </a:r>
            <a:r>
              <a:rPr lang="de-DE" sz="1200" dirty="0" err="1"/>
              <a:t>be</a:t>
            </a:r>
            <a:r>
              <a:rPr lang="de-DE" sz="1200" dirty="0"/>
              <a:t> </a:t>
            </a:r>
            <a:r>
              <a:rPr lang="de-DE" sz="1200" dirty="0" err="1"/>
              <a:t>yourself</a:t>
            </a:r>
            <a:r>
              <a:rPr lang="de-DE" sz="1200" dirty="0"/>
              <a:t>. </a:t>
            </a:r>
            <a:r>
              <a:rPr lang="de-DE" sz="1200" dirty="0" err="1"/>
              <a:t>We</a:t>
            </a:r>
            <a:r>
              <a:rPr lang="de-DE" sz="1200" dirty="0"/>
              <a:t> </a:t>
            </a:r>
            <a:r>
              <a:rPr lang="de-DE" sz="1200" dirty="0" err="1"/>
              <a:t>respect</a:t>
            </a:r>
            <a:r>
              <a:rPr lang="de-DE" sz="1200" dirty="0"/>
              <a:t> </a:t>
            </a:r>
            <a:r>
              <a:rPr lang="de-DE" sz="1200" dirty="0" err="1"/>
              <a:t>each</a:t>
            </a:r>
            <a:r>
              <a:rPr lang="de-DE" sz="1200" dirty="0"/>
              <a:t> </a:t>
            </a:r>
            <a:r>
              <a:rPr lang="de-DE" sz="1200" dirty="0" err="1"/>
              <a:t>candidate</a:t>
            </a:r>
            <a:r>
              <a:rPr lang="de-DE" sz="1200" dirty="0"/>
              <a:t> and </a:t>
            </a:r>
            <a:r>
              <a:rPr lang="de-DE" sz="1200" dirty="0" err="1"/>
              <a:t>want</a:t>
            </a:r>
            <a:r>
              <a:rPr lang="de-DE" sz="1200" dirty="0"/>
              <a:t> </a:t>
            </a:r>
            <a:r>
              <a:rPr lang="de-DE" sz="1200" dirty="0" err="1"/>
              <a:t>to</a:t>
            </a:r>
            <a:r>
              <a:rPr lang="de-DE" sz="1200" dirty="0"/>
              <a:t> </a:t>
            </a:r>
            <a:r>
              <a:rPr lang="de-DE" sz="1200" dirty="0" err="1"/>
              <a:t>get</a:t>
            </a:r>
            <a:r>
              <a:rPr lang="de-DE" sz="1200" dirty="0"/>
              <a:t> </a:t>
            </a:r>
            <a:r>
              <a:rPr lang="de-DE" sz="1200" dirty="0" err="1"/>
              <a:t>to</a:t>
            </a:r>
            <a:r>
              <a:rPr lang="de-DE" sz="1200" dirty="0"/>
              <a:t> </a:t>
            </a:r>
            <a:r>
              <a:rPr lang="de-DE" sz="1200" dirty="0" err="1"/>
              <a:t>know</a:t>
            </a:r>
            <a:r>
              <a:rPr lang="de-DE" sz="1200" dirty="0"/>
              <a:t> </a:t>
            </a:r>
            <a:r>
              <a:rPr lang="de-DE" sz="1200" dirty="0" err="1"/>
              <a:t>the</a:t>
            </a:r>
            <a:r>
              <a:rPr lang="de-DE" sz="1200" dirty="0"/>
              <a:t> real </a:t>
            </a:r>
            <a:r>
              <a:rPr lang="de-DE" sz="1200" dirty="0" err="1"/>
              <a:t>you</a:t>
            </a:r>
            <a:r>
              <a:rPr lang="de-DE" sz="1200" dirty="0"/>
              <a:t>.</a:t>
            </a:r>
          </a:p>
          <a:p>
            <a:pPr>
              <a:spcAft>
                <a:spcPts val="300"/>
              </a:spcAft>
            </a:pPr>
            <a:r>
              <a:rPr lang="de-DE" sz="1200" dirty="0"/>
              <a:t>Pause and </a:t>
            </a:r>
            <a:r>
              <a:rPr lang="de-DE" sz="1200" dirty="0" err="1"/>
              <a:t>think</a:t>
            </a:r>
            <a:r>
              <a:rPr lang="de-DE" sz="1200" dirty="0"/>
              <a:t> </a:t>
            </a:r>
            <a:r>
              <a:rPr lang="de-DE" sz="1200" dirty="0" err="1"/>
              <a:t>deeply</a:t>
            </a:r>
            <a:r>
              <a:rPr lang="de-DE" sz="1200" dirty="0"/>
              <a:t> </a:t>
            </a:r>
            <a:r>
              <a:rPr lang="de-DE" sz="1200" dirty="0" err="1"/>
              <a:t>about</a:t>
            </a:r>
            <a:r>
              <a:rPr lang="de-DE" sz="1200" dirty="0"/>
              <a:t> </a:t>
            </a:r>
            <a:r>
              <a:rPr lang="de-DE" sz="1200" dirty="0" err="1"/>
              <a:t>each</a:t>
            </a:r>
            <a:r>
              <a:rPr lang="de-DE" sz="1200" dirty="0"/>
              <a:t> </a:t>
            </a:r>
            <a:r>
              <a:rPr lang="de-DE" sz="1200" dirty="0" err="1"/>
              <a:t>question</a:t>
            </a:r>
            <a:r>
              <a:rPr lang="de-DE" sz="1200" dirty="0"/>
              <a:t>. </a:t>
            </a:r>
            <a:r>
              <a:rPr lang="de-DE" sz="1200" dirty="0" err="1"/>
              <a:t>We're</a:t>
            </a:r>
            <a:r>
              <a:rPr lang="de-DE" sz="1200" dirty="0"/>
              <a:t> </a:t>
            </a:r>
            <a:r>
              <a:rPr lang="de-DE" sz="1200" dirty="0" err="1"/>
              <a:t>interested</a:t>
            </a:r>
            <a:r>
              <a:rPr lang="de-DE" sz="1200" dirty="0"/>
              <a:t> in </a:t>
            </a:r>
            <a:r>
              <a:rPr lang="de-DE" sz="1200" dirty="0" err="1"/>
              <a:t>your</a:t>
            </a:r>
            <a:r>
              <a:rPr lang="de-DE" sz="1200" dirty="0"/>
              <a:t> </a:t>
            </a:r>
            <a:r>
              <a:rPr lang="de-DE" sz="1200" dirty="0" err="1"/>
              <a:t>thought</a:t>
            </a:r>
            <a:r>
              <a:rPr lang="de-DE" sz="1200" dirty="0"/>
              <a:t> </a:t>
            </a:r>
            <a:r>
              <a:rPr lang="de-DE" sz="1200" dirty="0" err="1"/>
              <a:t>process</a:t>
            </a:r>
            <a:r>
              <a:rPr lang="de-DE" sz="1200" dirty="0"/>
              <a:t>.</a:t>
            </a:r>
          </a:p>
          <a:p>
            <a:pPr>
              <a:spcAft>
                <a:spcPts val="300"/>
              </a:spcAft>
            </a:pPr>
            <a:r>
              <a:rPr lang="de-DE" sz="1200" dirty="0" err="1"/>
              <a:t>Remember</a:t>
            </a:r>
            <a:r>
              <a:rPr lang="de-DE" sz="1200" dirty="0"/>
              <a:t>, </a:t>
            </a:r>
            <a:r>
              <a:rPr lang="de-DE" sz="1200" dirty="0" err="1"/>
              <a:t>we're</a:t>
            </a:r>
            <a:r>
              <a:rPr lang="de-DE" sz="1200" dirty="0"/>
              <a:t> </a:t>
            </a:r>
            <a:r>
              <a:rPr lang="de-DE" sz="1200" dirty="0" err="1"/>
              <a:t>rooting</a:t>
            </a:r>
            <a:r>
              <a:rPr lang="de-DE" sz="1200" dirty="0"/>
              <a:t> </a:t>
            </a:r>
            <a:r>
              <a:rPr lang="de-DE" sz="1200" dirty="0" err="1"/>
              <a:t>for</a:t>
            </a:r>
            <a:r>
              <a:rPr lang="de-DE" sz="1200" dirty="0"/>
              <a:t> </a:t>
            </a:r>
            <a:r>
              <a:rPr lang="de-DE" sz="1200" dirty="0" err="1"/>
              <a:t>your</a:t>
            </a:r>
            <a:r>
              <a:rPr lang="de-DE" sz="1200" dirty="0"/>
              <a:t> </a:t>
            </a:r>
            <a:r>
              <a:rPr lang="de-DE" sz="1200" dirty="0" err="1"/>
              <a:t>success</a:t>
            </a:r>
            <a:r>
              <a:rPr lang="de-DE" sz="1200" dirty="0"/>
              <a:t>!</a:t>
            </a:r>
          </a:p>
          <a:p>
            <a:pPr marL="0" indent="0">
              <a:spcAft>
                <a:spcPts val="300"/>
              </a:spcAft>
              <a:buNone/>
            </a:pPr>
            <a:endParaRPr lang="de-DE" sz="1200" dirty="0"/>
          </a:p>
          <a:p>
            <a:pPr marL="0" indent="0">
              <a:spcAft>
                <a:spcPts val="300"/>
              </a:spcAft>
              <a:buNone/>
            </a:pPr>
            <a:r>
              <a:rPr lang="de-DE" sz="1200" dirty="0" err="1"/>
              <a:t>We're</a:t>
            </a:r>
            <a:r>
              <a:rPr lang="de-DE" sz="1200" dirty="0"/>
              <a:t> </a:t>
            </a:r>
            <a:r>
              <a:rPr lang="de-DE" sz="1200" dirty="0" err="1"/>
              <a:t>excited</a:t>
            </a:r>
            <a:r>
              <a:rPr lang="de-DE" sz="1200" dirty="0"/>
              <a:t> </a:t>
            </a:r>
            <a:r>
              <a:rPr lang="de-DE" sz="1200" dirty="0" err="1"/>
              <a:t>to</a:t>
            </a:r>
            <a:r>
              <a:rPr lang="de-DE" sz="1200" dirty="0"/>
              <a:t> </a:t>
            </a:r>
            <a:r>
              <a:rPr lang="de-DE" sz="1200" dirty="0" err="1"/>
              <a:t>meet</a:t>
            </a:r>
            <a:r>
              <a:rPr lang="de-DE" sz="1200" dirty="0"/>
              <a:t> </a:t>
            </a:r>
            <a:r>
              <a:rPr lang="de-DE" sz="1200" dirty="0" err="1"/>
              <a:t>you</a:t>
            </a:r>
            <a:r>
              <a:rPr lang="de-DE" sz="1200" dirty="0"/>
              <a:t> and </a:t>
            </a:r>
            <a:r>
              <a:rPr lang="de-DE" sz="1200" dirty="0" err="1"/>
              <a:t>learn</a:t>
            </a:r>
            <a:r>
              <a:rPr lang="de-DE" sz="1200" dirty="0"/>
              <a:t> </a:t>
            </a:r>
            <a:r>
              <a:rPr lang="de-DE" sz="1200" dirty="0" err="1"/>
              <a:t>about</a:t>
            </a:r>
            <a:r>
              <a:rPr lang="de-DE" sz="1200" dirty="0"/>
              <a:t> </a:t>
            </a:r>
            <a:r>
              <a:rPr lang="de-DE" sz="1200" dirty="0" err="1"/>
              <a:t>your</a:t>
            </a:r>
            <a:r>
              <a:rPr lang="de-DE" sz="1200" dirty="0"/>
              <a:t> </a:t>
            </a:r>
            <a:r>
              <a:rPr lang="de-DE" sz="1200" dirty="0" err="1"/>
              <a:t>unique</a:t>
            </a:r>
            <a:r>
              <a:rPr lang="de-DE" sz="1200" dirty="0"/>
              <a:t> </a:t>
            </a:r>
            <a:r>
              <a:rPr lang="de-DE" sz="1200" dirty="0" err="1"/>
              <a:t>perspectives</a:t>
            </a:r>
            <a:r>
              <a:rPr lang="de-DE" sz="1200" dirty="0"/>
              <a:t> and </a:t>
            </a:r>
            <a:r>
              <a:rPr lang="de-DE" sz="1200" dirty="0" err="1"/>
              <a:t>abilities</a:t>
            </a:r>
            <a:r>
              <a:rPr lang="de-DE" sz="1200" dirty="0"/>
              <a:t>. </a:t>
            </a:r>
          </a:p>
        </p:txBody>
      </p:sp>
      <p:sp>
        <p:nvSpPr>
          <p:cNvPr id="6" name="Textfeld 5">
            <a:extLst>
              <a:ext uri="{FF2B5EF4-FFF2-40B4-BE49-F238E27FC236}">
                <a16:creationId xmlns:a16="http://schemas.microsoft.com/office/drawing/2014/main" id="{312CB7B1-D269-E5EF-661F-579C50A8C3A6}"/>
              </a:ext>
            </a:extLst>
          </p:cNvPr>
          <p:cNvSpPr txBox="1"/>
          <p:nvPr/>
        </p:nvSpPr>
        <p:spPr>
          <a:xfrm>
            <a:off x="6306713" y="1715729"/>
            <a:ext cx="5396341" cy="669414"/>
          </a:xfrm>
          <a:prstGeom prst="rect">
            <a:avLst/>
          </a:prstGeom>
        </p:spPr>
        <p:txBody>
          <a:bodyPr vert="horz" wrap="square" lIns="0" tIns="0" rIns="0" bIns="0" numCol="2" rtlCol="0">
            <a:spAutoFit/>
          </a:bodyPr>
          <a:lstStyle/>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err="1"/>
              <a:t>Prepare</a:t>
            </a:r>
            <a:r>
              <a:rPr lang="de-DE" sz="1200"/>
              <a:t> </a:t>
            </a:r>
            <a:r>
              <a:rPr lang="de-DE" sz="1200" err="1"/>
              <a:t>thoroughly</a:t>
            </a:r>
            <a:r>
              <a:rPr lang="de-DE" sz="1200"/>
              <a:t>! </a:t>
            </a:r>
            <a:r>
              <a:rPr lang="de-DE" sz="1200" err="1"/>
              <a:t>Dont</a:t>
            </a:r>
            <a:r>
              <a:rPr lang="de-DE" sz="1200"/>
              <a:t> </a:t>
            </a:r>
            <a:r>
              <a:rPr lang="de-DE" sz="1200" err="1"/>
              <a:t>be</a:t>
            </a:r>
            <a:r>
              <a:rPr lang="de-DE" sz="1200"/>
              <a:t> </a:t>
            </a:r>
            <a:r>
              <a:rPr lang="de-DE" sz="1200" err="1"/>
              <a:t>rehearsed</a:t>
            </a:r>
            <a:r>
              <a:rPr lang="de-DE" sz="1200"/>
              <a:t>!</a:t>
            </a:r>
          </a:p>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a:t>Think </a:t>
            </a:r>
            <a:r>
              <a:rPr lang="de-DE" sz="1200" err="1"/>
              <a:t>creatively</a:t>
            </a:r>
            <a:r>
              <a:rPr lang="de-DE" sz="1200"/>
              <a:t> and </a:t>
            </a:r>
            <a:r>
              <a:rPr lang="de-DE" sz="1200" err="1"/>
              <a:t>offer</a:t>
            </a:r>
            <a:r>
              <a:rPr lang="de-DE" sz="1200"/>
              <a:t> original </a:t>
            </a:r>
            <a:r>
              <a:rPr lang="de-DE" sz="1200" err="1"/>
              <a:t>ideas</a:t>
            </a:r>
            <a:r>
              <a:rPr lang="de-DE" sz="1200"/>
              <a:t> </a:t>
            </a:r>
          </a:p>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a:t>Ask </a:t>
            </a:r>
            <a:r>
              <a:rPr lang="de-DE" sz="1200" err="1"/>
              <a:t>thoughtful</a:t>
            </a:r>
            <a:r>
              <a:rPr lang="de-DE" sz="1200"/>
              <a:t> </a:t>
            </a:r>
            <a:r>
              <a:rPr lang="de-DE" sz="1200" err="1"/>
              <a:t>questions</a:t>
            </a:r>
            <a:r>
              <a:rPr lang="de-DE" sz="1200"/>
              <a:t> </a:t>
            </a:r>
          </a:p>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err="1"/>
              <a:t>Have</a:t>
            </a:r>
            <a:r>
              <a:rPr lang="de-DE" sz="1200"/>
              <a:t> </a:t>
            </a:r>
            <a:r>
              <a:rPr lang="de-DE" sz="1200" err="1"/>
              <a:t>fun</a:t>
            </a:r>
            <a:r>
              <a:rPr lang="de-DE" sz="1200"/>
              <a:t> </a:t>
            </a:r>
            <a:r>
              <a:rPr lang="de-DE" sz="1200" err="1"/>
              <a:t>with</a:t>
            </a:r>
            <a:r>
              <a:rPr lang="de-DE" sz="1200"/>
              <a:t> </a:t>
            </a:r>
            <a:r>
              <a:rPr lang="de-DE" sz="1200" err="1"/>
              <a:t>this</a:t>
            </a:r>
            <a:r>
              <a:rPr lang="de-DE" sz="1200"/>
              <a:t> </a:t>
            </a:r>
            <a:r>
              <a:rPr lang="de-DE" sz="1200" err="1"/>
              <a:t>opportunity</a:t>
            </a:r>
            <a:r>
              <a:rPr lang="de-DE" sz="1200"/>
              <a:t>!</a:t>
            </a:r>
          </a:p>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a:t>Be </a:t>
            </a:r>
            <a:r>
              <a:rPr lang="de-DE" sz="1200" err="1"/>
              <a:t>punctual</a:t>
            </a:r>
            <a:r>
              <a:rPr lang="de-DE" sz="1200"/>
              <a:t> Watch </a:t>
            </a:r>
            <a:r>
              <a:rPr lang="de-DE" sz="1200" err="1"/>
              <a:t>your</a:t>
            </a:r>
            <a:r>
              <a:rPr lang="de-DE" sz="1200"/>
              <a:t> time!</a:t>
            </a:r>
          </a:p>
          <a:p>
            <a:pPr marL="171450" indent="-171450" algn="l" defTabSz="914400" rtl="0" eaLnBrk="1" latinLnBrk="0" hangingPunct="1">
              <a:lnSpc>
                <a:spcPct val="100000"/>
              </a:lnSpc>
              <a:spcBef>
                <a:spcPts val="0"/>
              </a:spcBef>
              <a:spcAft>
                <a:spcPts val="300"/>
              </a:spcAft>
              <a:buClr>
                <a:schemeClr val="tx2"/>
              </a:buClr>
              <a:buFont typeface="Arial" panose="020B0604020202020204" pitchFamily="34" charset="0"/>
              <a:buChar char="•"/>
            </a:pPr>
            <a:r>
              <a:rPr lang="de-DE" sz="1200"/>
              <a:t> </a:t>
            </a:r>
            <a:r>
              <a:rPr lang="de-DE" sz="1200" err="1"/>
              <a:t>Communicate</a:t>
            </a:r>
            <a:r>
              <a:rPr lang="de-DE" sz="1200"/>
              <a:t> </a:t>
            </a:r>
            <a:r>
              <a:rPr lang="de-DE" sz="1200" err="1"/>
              <a:t>any</a:t>
            </a:r>
            <a:r>
              <a:rPr lang="de-DE" sz="1200"/>
              <a:t> </a:t>
            </a:r>
            <a:r>
              <a:rPr lang="de-DE" sz="1200" err="1"/>
              <a:t>issues</a:t>
            </a:r>
            <a:r>
              <a:rPr lang="de-DE" sz="1200"/>
              <a:t> </a:t>
            </a:r>
            <a:r>
              <a:rPr lang="de-DE" sz="1200" err="1"/>
              <a:t>promptly</a:t>
            </a:r>
            <a:endParaRPr lang="de-DE" sz="1200" kern="1200">
              <a:solidFill>
                <a:schemeClr val="tx1"/>
              </a:solidFill>
              <a:latin typeface="+mn-lt"/>
              <a:ea typeface="+mn-ea"/>
              <a:cs typeface="+mn-cs"/>
            </a:endParaRPr>
          </a:p>
        </p:txBody>
      </p:sp>
      <p:sp>
        <p:nvSpPr>
          <p:cNvPr id="7" name="Textfeld 6">
            <a:extLst>
              <a:ext uri="{FF2B5EF4-FFF2-40B4-BE49-F238E27FC236}">
                <a16:creationId xmlns:a16="http://schemas.microsoft.com/office/drawing/2014/main" id="{F8E4DEC8-AD33-B647-9CCF-BFFA3BBA3B85}"/>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cxnSp>
        <p:nvCxnSpPr>
          <p:cNvPr id="8" name="Gerade Verbindung 7">
            <a:extLst>
              <a:ext uri="{FF2B5EF4-FFF2-40B4-BE49-F238E27FC236}">
                <a16:creationId xmlns:a16="http://schemas.microsoft.com/office/drawing/2014/main" id="{39C1DB31-D820-863A-01FA-A42167AC2173}"/>
              </a:ext>
            </a:extLst>
          </p:cNvPr>
          <p:cNvCxnSpPr/>
          <p:nvPr/>
        </p:nvCxnSpPr>
        <p:spPr>
          <a:xfrm>
            <a:off x="6306713" y="2939142"/>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426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ED5BF-3D5D-34FA-F61C-23F0F5A0ECEE}"/>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2607590D-8038-575E-7838-C73DC496F502}"/>
              </a:ext>
            </a:extLst>
          </p:cNvPr>
          <p:cNvSpPr>
            <a:spLocks noGrp="1"/>
          </p:cNvSpPr>
          <p:nvPr>
            <p:ph sz="quarter" idx="19"/>
          </p:nvPr>
        </p:nvSpPr>
        <p:spPr/>
        <p:txBody>
          <a:bodyPr vert="horz" lIns="0" tIns="0" rIns="0" bIns="0" rtlCol="0" anchor="t">
            <a:noAutofit/>
          </a:bodyPr>
          <a:lstStyle/>
          <a:p>
            <a:pPr marL="0" indent="0">
              <a:spcBef>
                <a:spcPts val="300"/>
              </a:spcBef>
              <a:buNone/>
            </a:pPr>
            <a:r>
              <a:rPr lang="en-US" sz="1200" b="1" dirty="0">
                <a:solidFill>
                  <a:schemeClr val="tx2"/>
                </a:solidFill>
              </a:rPr>
              <a:t>Dataset</a:t>
            </a:r>
            <a:r>
              <a:rPr lang="en-US" sz="1000" b="1" dirty="0"/>
              <a:t> </a:t>
            </a:r>
            <a:r>
              <a:rPr lang="en-US" sz="1200" b="1" dirty="0">
                <a:solidFill>
                  <a:schemeClr val="tx2"/>
                </a:solidFill>
              </a:rPr>
              <a:t>Structure</a:t>
            </a:r>
            <a:r>
              <a:rPr lang="en-US" sz="1000" b="1" dirty="0"/>
              <a:t>:</a:t>
            </a:r>
          </a:p>
          <a:p>
            <a:pPr marL="0" indent="0">
              <a:spcBef>
                <a:spcPts val="300"/>
              </a:spcBef>
              <a:buNone/>
            </a:pPr>
            <a:r>
              <a:rPr lang="en-US" sz="1000" b="1" dirty="0"/>
              <a:t>Actual Data:</a:t>
            </a:r>
          </a:p>
          <a:p>
            <a:pPr marL="342900" indent="-342900">
              <a:buAutoNum type="arabicPeriod"/>
            </a:pPr>
            <a:r>
              <a:rPr lang="en-US" sz="1000" b="1" dirty="0"/>
              <a:t>Posting Date</a:t>
            </a:r>
            <a:r>
              <a:rPr lang="en-US" sz="1000" dirty="0"/>
              <a:t>: </a:t>
            </a:r>
            <a:r>
              <a:rPr lang="en-US" sz="1000" dirty="0">
                <a:ea typeface="+mn-lt"/>
                <a:cs typeface="+mn-lt"/>
              </a:rPr>
              <a:t>Date when the expense was posted in the financial system.</a:t>
            </a:r>
          </a:p>
          <a:p>
            <a:pPr marL="342900" indent="-342900">
              <a:buAutoNum type="arabicPeriod"/>
            </a:pPr>
            <a:r>
              <a:rPr lang="en-US" sz="1000" b="1" dirty="0"/>
              <a:t>Accounting Month</a:t>
            </a:r>
            <a:r>
              <a:rPr lang="en-US" sz="1000" dirty="0"/>
              <a:t>: </a:t>
            </a:r>
            <a:r>
              <a:rPr lang="en-US" sz="1000" dirty="0">
                <a:ea typeface="+mn-lt"/>
                <a:cs typeface="+mn-lt"/>
              </a:rPr>
              <a:t>Financial month to which the expense belongs.</a:t>
            </a:r>
          </a:p>
          <a:p>
            <a:pPr marL="342900" indent="-342900">
              <a:buAutoNum type="arabicPeriod"/>
            </a:pPr>
            <a:r>
              <a:rPr lang="en-US" sz="1000" b="1" dirty="0">
                <a:ea typeface="+mn-lt"/>
                <a:cs typeface="+mn-lt"/>
              </a:rPr>
              <a:t>G/L Account</a:t>
            </a:r>
            <a:r>
              <a:rPr lang="en-US" sz="1000" b="1" dirty="0"/>
              <a:t> Name</a:t>
            </a:r>
            <a:r>
              <a:rPr lang="en-US" sz="1000" dirty="0"/>
              <a:t>: </a:t>
            </a:r>
            <a:r>
              <a:rPr lang="en-US" sz="1000" dirty="0">
                <a:ea typeface="+mn-lt"/>
                <a:cs typeface="+mn-lt"/>
              </a:rPr>
              <a:t>Descriptive name of the General Ledger account.</a:t>
            </a:r>
            <a:r>
              <a:rPr lang="hu-HU" sz="1000" dirty="0">
                <a:ea typeface="+mn-lt"/>
                <a:cs typeface="+mn-lt"/>
              </a:rPr>
              <a:t> (</a:t>
            </a:r>
            <a:r>
              <a:rPr lang="hu-HU" sz="1000" dirty="0" err="1">
                <a:ea typeface="+mn-lt"/>
                <a:cs typeface="+mn-lt"/>
              </a:rPr>
              <a:t>for</a:t>
            </a:r>
            <a:r>
              <a:rPr lang="hu-HU" sz="1000" dirty="0">
                <a:ea typeface="+mn-lt"/>
                <a:cs typeface="+mn-lt"/>
              </a:rPr>
              <a:t> </a:t>
            </a:r>
            <a:r>
              <a:rPr lang="hu-HU" sz="1000" dirty="0" err="1">
                <a:ea typeface="+mn-lt"/>
                <a:cs typeface="+mn-lt"/>
              </a:rPr>
              <a:t>example</a:t>
            </a:r>
            <a:r>
              <a:rPr lang="hu-HU" sz="1000" dirty="0">
                <a:ea typeface="+mn-lt"/>
                <a:cs typeface="+mn-lt"/>
              </a:rPr>
              <a:t> „</a:t>
            </a:r>
            <a:r>
              <a:rPr lang="hu-HU" sz="1000" dirty="0" err="1">
                <a:ea typeface="+mn-lt"/>
                <a:cs typeface="+mn-lt"/>
              </a:rPr>
              <a:t>salary</a:t>
            </a:r>
            <a:r>
              <a:rPr lang="hu-HU" sz="1000" dirty="0">
                <a:ea typeface="+mn-lt"/>
                <a:cs typeface="+mn-lt"/>
              </a:rPr>
              <a:t> ind.”)</a:t>
            </a:r>
            <a:endParaRPr lang="en-US" sz="1000" dirty="0">
              <a:ea typeface="+mn-lt"/>
              <a:cs typeface="+mn-lt"/>
            </a:endParaRPr>
          </a:p>
          <a:p>
            <a:pPr marL="342900" indent="-342900">
              <a:buAutoNum type="arabicPeriod"/>
            </a:pPr>
            <a:r>
              <a:rPr lang="en-US" sz="1000" b="1" dirty="0"/>
              <a:t>G/L Group Name</a:t>
            </a:r>
            <a:r>
              <a:rPr lang="en-US" sz="1000" dirty="0"/>
              <a:t>: </a:t>
            </a:r>
            <a:r>
              <a:rPr lang="en-US" sz="1000" dirty="0">
                <a:ea typeface="+mn-lt"/>
                <a:cs typeface="+mn-lt"/>
              </a:rPr>
              <a:t>Descriptive name of the General Ledger group.</a:t>
            </a:r>
            <a:r>
              <a:rPr lang="hu-HU" sz="1000" dirty="0">
                <a:ea typeface="+mn-lt"/>
                <a:cs typeface="+mn-lt"/>
              </a:rPr>
              <a:t> (</a:t>
            </a:r>
            <a:r>
              <a:rPr lang="hu-HU" sz="1000" dirty="0" err="1">
                <a:ea typeface="+mn-lt"/>
                <a:cs typeface="+mn-lt"/>
              </a:rPr>
              <a:t>for</a:t>
            </a:r>
            <a:r>
              <a:rPr lang="hu-HU" sz="1000" dirty="0">
                <a:ea typeface="+mn-lt"/>
                <a:cs typeface="+mn-lt"/>
              </a:rPr>
              <a:t> </a:t>
            </a:r>
            <a:r>
              <a:rPr lang="hu-HU" sz="1000" dirty="0" err="1">
                <a:ea typeface="+mn-lt"/>
                <a:cs typeface="+mn-lt"/>
              </a:rPr>
              <a:t>example</a:t>
            </a:r>
            <a:r>
              <a:rPr lang="hu-HU" sz="1000" dirty="0">
                <a:ea typeface="+mn-lt"/>
                <a:cs typeface="+mn-lt"/>
              </a:rPr>
              <a:t> „</a:t>
            </a:r>
            <a:r>
              <a:rPr lang="hu-HU" sz="1000" dirty="0" err="1">
                <a:ea typeface="+mn-lt"/>
                <a:cs typeface="+mn-lt"/>
              </a:rPr>
              <a:t>Salary</a:t>
            </a:r>
            <a:r>
              <a:rPr lang="hu-HU" sz="1000" dirty="0">
                <a:ea typeface="+mn-lt"/>
                <a:cs typeface="+mn-lt"/>
              </a:rPr>
              <a:t> ind. </a:t>
            </a:r>
            <a:r>
              <a:rPr lang="hu-HU" sz="1000" dirty="0" err="1">
                <a:ea typeface="+mn-lt"/>
                <a:cs typeface="+mn-lt"/>
              </a:rPr>
              <a:t>empl</a:t>
            </a:r>
            <a:r>
              <a:rPr lang="hu-HU" sz="1000" dirty="0">
                <a:ea typeface="+mn-lt"/>
                <a:cs typeface="+mn-lt"/>
              </a:rPr>
              <a:t>.)</a:t>
            </a:r>
            <a:endParaRPr lang="en-US" sz="1000" dirty="0">
              <a:ea typeface="+mn-lt"/>
              <a:cs typeface="+mn-lt"/>
            </a:endParaRPr>
          </a:p>
          <a:p>
            <a:pPr marL="342900" indent="-342900">
              <a:buAutoNum type="arabicPeriod"/>
            </a:pPr>
            <a:r>
              <a:rPr lang="en-US" sz="1000" b="1" dirty="0"/>
              <a:t>G/L Account Identifier</a:t>
            </a:r>
            <a:r>
              <a:rPr lang="en-US" sz="1000" dirty="0"/>
              <a:t>: </a:t>
            </a:r>
            <a:r>
              <a:rPr lang="en-US" sz="1000" dirty="0">
                <a:ea typeface="+mn-lt"/>
                <a:cs typeface="+mn-lt"/>
              </a:rPr>
              <a:t>Unique identifier of the General Ledger account.</a:t>
            </a:r>
            <a:r>
              <a:rPr lang="hu-HU" sz="1000" dirty="0">
                <a:ea typeface="+mn-lt"/>
                <a:cs typeface="+mn-lt"/>
              </a:rPr>
              <a:t> (</a:t>
            </a:r>
            <a:r>
              <a:rPr lang="hu-HU" sz="1000" dirty="0" err="1">
                <a:ea typeface="+mn-lt"/>
                <a:cs typeface="+mn-lt"/>
              </a:rPr>
              <a:t>for</a:t>
            </a:r>
            <a:r>
              <a:rPr lang="hu-HU" sz="1000" dirty="0">
                <a:ea typeface="+mn-lt"/>
                <a:cs typeface="+mn-lt"/>
              </a:rPr>
              <a:t> </a:t>
            </a:r>
            <a:r>
              <a:rPr lang="hu-HU" sz="1000" dirty="0" err="1">
                <a:ea typeface="+mn-lt"/>
                <a:cs typeface="+mn-lt"/>
              </a:rPr>
              <a:t>example</a:t>
            </a:r>
            <a:r>
              <a:rPr lang="hu-HU" sz="1000" dirty="0">
                <a:ea typeface="+mn-lt"/>
                <a:cs typeface="+mn-lt"/>
              </a:rPr>
              <a:t> „9000000”)</a:t>
            </a:r>
            <a:endParaRPr lang="en-US" sz="1000" dirty="0">
              <a:ea typeface="+mn-lt"/>
              <a:cs typeface="+mn-lt"/>
            </a:endParaRPr>
          </a:p>
          <a:p>
            <a:pPr marL="342900" indent="-342900">
              <a:buAutoNum type="arabicPeriod"/>
            </a:pPr>
            <a:r>
              <a:rPr lang="en-US" sz="1000" b="1" dirty="0"/>
              <a:t>G/L Group Identifier</a:t>
            </a:r>
            <a:r>
              <a:rPr lang="en-US" sz="1000" dirty="0"/>
              <a:t>: </a:t>
            </a:r>
            <a:r>
              <a:rPr lang="en-US" sz="1000" dirty="0">
                <a:ea typeface="+mn-lt"/>
                <a:cs typeface="+mn-lt"/>
              </a:rPr>
              <a:t>Unique identifier of the General Ledger group, a Higher-level classification for G/L accounts.</a:t>
            </a:r>
            <a:r>
              <a:rPr lang="hu-HU" sz="1000" dirty="0">
                <a:ea typeface="+mn-lt"/>
                <a:cs typeface="+mn-lt"/>
              </a:rPr>
              <a:t> (</a:t>
            </a:r>
            <a:r>
              <a:rPr lang="hu-HU" sz="1000" dirty="0" err="1">
                <a:ea typeface="+mn-lt"/>
                <a:cs typeface="+mn-lt"/>
              </a:rPr>
              <a:t>for</a:t>
            </a:r>
            <a:r>
              <a:rPr lang="hu-HU" sz="1000" dirty="0">
                <a:ea typeface="+mn-lt"/>
                <a:cs typeface="+mn-lt"/>
              </a:rPr>
              <a:t> </a:t>
            </a:r>
            <a:r>
              <a:rPr lang="hu-HU" sz="1000" dirty="0" err="1">
                <a:ea typeface="+mn-lt"/>
                <a:cs typeface="+mn-lt"/>
              </a:rPr>
              <a:t>example</a:t>
            </a:r>
            <a:r>
              <a:rPr lang="hu-HU" sz="1000" dirty="0">
                <a:ea typeface="+mn-lt"/>
                <a:cs typeface="+mn-lt"/>
              </a:rPr>
              <a:t> „R-111”)</a:t>
            </a:r>
            <a:endParaRPr lang="en-US" sz="1000" dirty="0">
              <a:ea typeface="+mn-lt"/>
              <a:cs typeface="+mn-lt"/>
            </a:endParaRPr>
          </a:p>
          <a:p>
            <a:pPr marL="342900" indent="-342900">
              <a:buAutoNum type="arabicPeriod"/>
            </a:pPr>
            <a:r>
              <a:rPr lang="en-US" sz="1000" b="1" dirty="0"/>
              <a:t>Department</a:t>
            </a:r>
            <a:r>
              <a:rPr lang="en-US" sz="1000" dirty="0"/>
              <a:t>: Unique identifier for the department.</a:t>
            </a:r>
          </a:p>
          <a:p>
            <a:pPr marL="342900" indent="-342900">
              <a:buAutoNum type="arabicPeriod"/>
            </a:pPr>
            <a:r>
              <a:rPr lang="en-US" sz="1000" b="1" dirty="0"/>
              <a:t>Amount</a:t>
            </a:r>
            <a:r>
              <a:rPr lang="en-US" sz="1000" dirty="0"/>
              <a:t>: </a:t>
            </a:r>
            <a:r>
              <a:rPr lang="en-US" sz="1000" dirty="0">
                <a:ea typeface="+mn-lt"/>
                <a:cs typeface="+mn-lt"/>
              </a:rPr>
              <a:t>Monetary value of the expense transaction</a:t>
            </a:r>
            <a:endParaRPr lang="en-US" sz="1000" dirty="0"/>
          </a:p>
          <a:p>
            <a:pPr marL="342900" indent="-342900">
              <a:buAutoNum type="arabicPeriod"/>
            </a:pPr>
            <a:r>
              <a:rPr lang="en-US" sz="1000" b="1" dirty="0"/>
              <a:t>Currency</a:t>
            </a:r>
            <a:r>
              <a:rPr lang="en-US" sz="1000" dirty="0"/>
              <a:t>: </a:t>
            </a:r>
            <a:r>
              <a:rPr lang="en-US" sz="1000" dirty="0">
                <a:ea typeface="+mn-lt"/>
                <a:cs typeface="+mn-lt"/>
              </a:rPr>
              <a:t>Currency in which the expense is recorded.</a:t>
            </a:r>
            <a:r>
              <a:rPr lang="en-US" sz="1000" dirty="0"/>
              <a:t> (HUF, Euro).</a:t>
            </a:r>
          </a:p>
          <a:p>
            <a:pPr marL="0" indent="0">
              <a:buNone/>
            </a:pPr>
            <a:r>
              <a:rPr lang="en-US" sz="1000" b="1" dirty="0"/>
              <a:t>Forecast Data:</a:t>
            </a:r>
            <a:endParaRPr lang="en-US" dirty="0"/>
          </a:p>
          <a:p>
            <a:pPr marL="342900" indent="-342900">
              <a:buAutoNum type="arabicPeriod"/>
            </a:pPr>
            <a:r>
              <a:rPr lang="en-US" sz="1000" b="1" dirty="0"/>
              <a:t>Accounting Month</a:t>
            </a:r>
            <a:r>
              <a:rPr lang="en-US" sz="1000" dirty="0"/>
              <a:t>:  Financial month to which the expense belongs</a:t>
            </a:r>
          </a:p>
          <a:p>
            <a:pPr marL="342900" indent="-342900">
              <a:buAutoNum type="arabicPeriod"/>
            </a:pPr>
            <a:r>
              <a:rPr lang="en-US" sz="1000" b="1" dirty="0"/>
              <a:t>G/L Group Name</a:t>
            </a:r>
            <a:r>
              <a:rPr lang="en-US" sz="1000" dirty="0"/>
              <a:t>: Descriptive name of the General Ledger group.</a:t>
            </a:r>
          </a:p>
          <a:p>
            <a:pPr marL="342900" indent="-342900">
              <a:buAutoNum type="arabicPeriod"/>
            </a:pPr>
            <a:r>
              <a:rPr lang="en-US" sz="1000" b="1" dirty="0"/>
              <a:t>G/L Group Identifier</a:t>
            </a:r>
            <a:r>
              <a:rPr lang="en-US" sz="1000" dirty="0"/>
              <a:t>: Unique identifier of the General Ledger group, a Higher-level classification for G/L accounts.</a:t>
            </a:r>
            <a:endParaRPr lang="en-US" dirty="0"/>
          </a:p>
          <a:p>
            <a:pPr marL="342900" indent="-342900">
              <a:buAutoNum type="arabicPeriod"/>
            </a:pPr>
            <a:r>
              <a:rPr lang="en-US" sz="1000" b="1" dirty="0"/>
              <a:t>Department</a:t>
            </a:r>
            <a:r>
              <a:rPr lang="en-US" sz="1000" dirty="0"/>
              <a:t>: Unique identifier for the department.</a:t>
            </a:r>
          </a:p>
          <a:p>
            <a:pPr marL="342900" indent="-342900">
              <a:buAutoNum type="arabicPeriod"/>
            </a:pPr>
            <a:r>
              <a:rPr lang="en-US" sz="1000" b="1" dirty="0"/>
              <a:t>Total Cost: </a:t>
            </a:r>
            <a:r>
              <a:rPr lang="en-US" sz="1000" dirty="0"/>
              <a:t>Total monetary value of the forecasted transactions.</a:t>
            </a:r>
          </a:p>
          <a:p>
            <a:pPr marL="342900" indent="-342900">
              <a:buAutoNum type="arabicPeriod"/>
            </a:pPr>
            <a:r>
              <a:rPr lang="en-US" sz="1000" b="1" dirty="0"/>
              <a:t>Currency</a:t>
            </a:r>
            <a:r>
              <a:rPr lang="en-US" sz="1000" dirty="0"/>
              <a:t>:</a:t>
            </a:r>
            <a:r>
              <a:rPr lang="en-US" sz="1000" dirty="0">
                <a:ea typeface="+mn-lt"/>
                <a:cs typeface="+mn-lt"/>
              </a:rPr>
              <a:t> Currency in which the expense is recorded.</a:t>
            </a:r>
            <a:r>
              <a:rPr lang="en-US" sz="1000" dirty="0"/>
              <a:t> (HUF, Euro).</a:t>
            </a:r>
            <a:endParaRPr lang="en-US" dirty="0"/>
          </a:p>
          <a:p>
            <a:pPr marL="0" indent="0">
              <a:buNone/>
            </a:pPr>
            <a:endParaRPr lang="en-US" sz="1000" dirty="0">
              <a:latin typeface="+mj-lt"/>
            </a:endParaRPr>
          </a:p>
          <a:p>
            <a:pPr marL="742950" lvl="1" indent="-285750">
              <a:buFont typeface="Arial" panose="020B0604020202020204" pitchFamily="34" charset="0"/>
              <a:buChar char="•"/>
            </a:pPr>
            <a:endParaRPr lang="en-US" sz="1000" dirty="0">
              <a:latin typeface="+mj-lt"/>
            </a:endParaRPr>
          </a:p>
          <a:p>
            <a:pPr marL="0" indent="0">
              <a:spcBef>
                <a:spcPts val="300"/>
              </a:spcBef>
              <a:buNone/>
            </a:pPr>
            <a:r>
              <a:rPr lang="de-DE" sz="1200" dirty="0">
                <a:effectLst/>
                <a:latin typeface="+mj-lt"/>
              </a:rPr>
              <a:t>. </a:t>
            </a:r>
          </a:p>
          <a:p>
            <a:pPr marL="0" indent="0">
              <a:spcBef>
                <a:spcPts val="300"/>
              </a:spcBef>
              <a:spcAft>
                <a:spcPts val="300"/>
              </a:spcAft>
              <a:buNone/>
            </a:pPr>
            <a:endParaRPr lang="de-DE" sz="1200" dirty="0">
              <a:solidFill>
                <a:schemeClr val="tx2"/>
              </a:solidFill>
            </a:endParaRPr>
          </a:p>
        </p:txBody>
      </p:sp>
      <p:sp>
        <p:nvSpPr>
          <p:cNvPr id="4" name="Titel 3">
            <a:extLst>
              <a:ext uri="{FF2B5EF4-FFF2-40B4-BE49-F238E27FC236}">
                <a16:creationId xmlns:a16="http://schemas.microsoft.com/office/drawing/2014/main" id="{3E7CCA72-3CFF-4AAC-1F2F-DA9125D37E11}"/>
              </a:ext>
            </a:extLst>
          </p:cNvPr>
          <p:cNvSpPr>
            <a:spLocks noGrp="1"/>
          </p:cNvSpPr>
          <p:nvPr>
            <p:ph type="title"/>
          </p:nvPr>
        </p:nvSpPr>
        <p:spPr/>
        <p:txBody>
          <a:bodyPr/>
          <a:lstStyle/>
          <a:p>
            <a:pPr>
              <a:spcBef>
                <a:spcPts val="300"/>
              </a:spcBef>
            </a:pPr>
            <a:r>
              <a:rPr lang="de-DE"/>
              <a:t>Case Study</a:t>
            </a:r>
          </a:p>
        </p:txBody>
      </p:sp>
      <p:sp>
        <p:nvSpPr>
          <p:cNvPr id="3" name="Inhaltsplatzhalter 2">
            <a:extLst>
              <a:ext uri="{FF2B5EF4-FFF2-40B4-BE49-F238E27FC236}">
                <a16:creationId xmlns:a16="http://schemas.microsoft.com/office/drawing/2014/main" id="{A8E3CA95-6D39-7132-79CE-3FACDF1881F6}"/>
              </a:ext>
            </a:extLst>
          </p:cNvPr>
          <p:cNvSpPr>
            <a:spLocks noGrp="1"/>
          </p:cNvSpPr>
          <p:nvPr>
            <p:ph sz="quarter" idx="17"/>
          </p:nvPr>
        </p:nvSpPr>
        <p:spPr/>
        <p:txBody>
          <a:bodyPr vert="horz" lIns="0" tIns="0" rIns="0" bIns="0" rtlCol="0" anchor="t">
            <a:noAutofit/>
          </a:bodyPr>
          <a:lstStyle/>
          <a:p>
            <a:pPr marL="0" indent="0">
              <a:spcBef>
                <a:spcPts val="300"/>
              </a:spcBef>
              <a:spcAft>
                <a:spcPts val="300"/>
              </a:spcAft>
              <a:buNone/>
            </a:pPr>
            <a:r>
              <a:rPr lang="de-DE" sz="1200" b="1">
                <a:solidFill>
                  <a:schemeClr val="tx2"/>
                </a:solidFill>
              </a:rPr>
              <a:t>Case Study Details</a:t>
            </a:r>
          </a:p>
          <a:p>
            <a:pPr marL="0" indent="0">
              <a:spcBef>
                <a:spcPts val="300"/>
              </a:spcBef>
              <a:spcAft>
                <a:spcPts val="300"/>
              </a:spcAft>
              <a:buNone/>
            </a:pPr>
            <a:endParaRPr lang="de-DE" sz="1200"/>
          </a:p>
          <a:p>
            <a:pPr marL="190500" indent="-190500">
              <a:buNone/>
            </a:pPr>
            <a:r>
              <a:rPr lang="en-US" sz="1200">
                <a:ea typeface="+mn-lt"/>
                <a:cs typeface="+mn-lt"/>
              </a:rPr>
              <a:t>Your task as a data science intern is to analyze one year of departmental expense data and provide insights that support cost transparency, forecasting accuracy, and early identification of abnormal spending patterns. You will also be required to develop analytical and AI-driven approaches to forecast future costs and automatically detect cost anomalies at an appropriate financial aggregation level.</a:t>
            </a:r>
            <a:endParaRPr lang="de-DE">
              <a:ea typeface="+mn-lt"/>
              <a:cs typeface="+mn-lt"/>
            </a:endParaRPr>
          </a:p>
          <a:p>
            <a:pPr marL="190500" indent="-190500">
              <a:buNone/>
            </a:pPr>
            <a:r>
              <a:rPr lang="en-US" sz="1200">
                <a:ea typeface="+mn-lt"/>
                <a:cs typeface="+mn-lt"/>
              </a:rPr>
              <a:t>There is ultimately no right or wrong answer to this case study, and we encourage you to be creative and pragmatic in how you translate financial data into actionable insights.</a:t>
            </a:r>
            <a:endParaRPr lang="en-US">
              <a:ea typeface="+mn-lt"/>
              <a:cs typeface="+mn-lt"/>
            </a:endParaRPr>
          </a:p>
          <a:p>
            <a:pPr marL="190500" indent="-190500">
              <a:buNone/>
            </a:pPr>
            <a:r>
              <a:rPr lang="en-US" sz="1200">
                <a:ea typeface="+mn-lt"/>
                <a:cs typeface="+mn-lt"/>
              </a:rPr>
              <a:t>We will be evaluating you on the following dimensions:</a:t>
            </a:r>
            <a:endParaRPr lang="en-US">
              <a:ea typeface="+mn-lt"/>
              <a:cs typeface="+mn-lt"/>
            </a:endParaRPr>
          </a:p>
          <a:p>
            <a:pPr marL="190500" indent="-190500">
              <a:buFont typeface="Wingdings"/>
            </a:pPr>
            <a:r>
              <a:rPr lang="en-US" sz="1200">
                <a:ea typeface="+mn-lt"/>
                <a:cs typeface="+mn-lt"/>
              </a:rPr>
              <a:t>Structure and logic of your deliverables</a:t>
            </a:r>
            <a:endParaRPr lang="en-US">
              <a:ea typeface="+mn-lt"/>
              <a:cs typeface="+mn-lt"/>
            </a:endParaRPr>
          </a:p>
          <a:p>
            <a:pPr marL="190500" indent="-190500">
              <a:buFont typeface="Wingdings"/>
            </a:pPr>
            <a:r>
              <a:rPr lang="en-US" sz="1200">
                <a:ea typeface="+mn-lt"/>
                <a:cs typeface="+mn-lt"/>
              </a:rPr>
              <a:t>Communication skills, particularly your ability to explain financial insights clearly</a:t>
            </a:r>
            <a:endParaRPr lang="de-DE"/>
          </a:p>
          <a:p>
            <a:pPr marL="190500" indent="-190500">
              <a:buFont typeface="Wingdings"/>
            </a:pPr>
            <a:r>
              <a:rPr lang="en-US" sz="1200">
                <a:ea typeface="+mn-lt"/>
                <a:cs typeface="+mn-lt"/>
              </a:rPr>
              <a:t>Creativity in problem-solving and visualization</a:t>
            </a:r>
            <a:endParaRPr lang="de-DE"/>
          </a:p>
          <a:p>
            <a:pPr marL="190500" indent="-190500">
              <a:buFont typeface="Wingdings"/>
            </a:pPr>
            <a:r>
              <a:rPr lang="en-US" sz="1200">
                <a:ea typeface="+mn-lt"/>
                <a:cs typeface="+mn-lt"/>
              </a:rPr>
              <a:t>Resourcefulness in selecting appropriate analytical and AI-driven techniques</a:t>
            </a:r>
            <a:endParaRPr lang="de-DE"/>
          </a:p>
          <a:p>
            <a:pPr marL="0" indent="0">
              <a:spcBef>
                <a:spcPts val="300"/>
              </a:spcBef>
              <a:spcAft>
                <a:spcPts val="300"/>
              </a:spcAft>
              <a:buNone/>
            </a:pPr>
            <a:endParaRPr lang="en-US" sz="1200"/>
          </a:p>
          <a:p>
            <a:pPr marL="0" indent="0">
              <a:spcBef>
                <a:spcPts val="300"/>
              </a:spcBef>
              <a:spcAft>
                <a:spcPts val="300"/>
              </a:spcAft>
              <a:buNone/>
            </a:pPr>
            <a:endParaRPr lang="de-DE" sz="1200"/>
          </a:p>
          <a:p>
            <a:pPr marL="0" indent="0">
              <a:spcBef>
                <a:spcPts val="300"/>
              </a:spcBef>
              <a:spcAft>
                <a:spcPts val="300"/>
              </a:spcAft>
              <a:buNone/>
            </a:pPr>
            <a:endParaRPr lang="de-DE" sz="1200"/>
          </a:p>
        </p:txBody>
      </p:sp>
      <p:sp>
        <p:nvSpPr>
          <p:cNvPr id="7" name="Textfeld 6">
            <a:extLst>
              <a:ext uri="{FF2B5EF4-FFF2-40B4-BE49-F238E27FC236}">
                <a16:creationId xmlns:a16="http://schemas.microsoft.com/office/drawing/2014/main" id="{441D28AD-829C-EAAD-B758-22FDEA90AB98}"/>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cxnSp>
        <p:nvCxnSpPr>
          <p:cNvPr id="5" name="Gerade Verbindung 4">
            <a:extLst>
              <a:ext uri="{FF2B5EF4-FFF2-40B4-BE49-F238E27FC236}">
                <a16:creationId xmlns:a16="http://schemas.microsoft.com/office/drawing/2014/main" id="{1CBEE39F-99F3-EED4-A384-FC95E13F267E}"/>
              </a:ext>
            </a:extLst>
          </p:cNvPr>
          <p:cNvCxnSpPr/>
          <p:nvPr/>
        </p:nvCxnSpPr>
        <p:spPr>
          <a:xfrm>
            <a:off x="488946" y="1621971"/>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474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83F0B-9629-9BD6-B219-4CB01DC8E10B}"/>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D704B6CE-DD8A-F6D7-C7D8-00B8882645D9}"/>
              </a:ext>
            </a:extLst>
          </p:cNvPr>
          <p:cNvSpPr>
            <a:spLocks noGrp="1"/>
          </p:cNvSpPr>
          <p:nvPr>
            <p:ph sz="quarter" idx="19"/>
          </p:nvPr>
        </p:nvSpPr>
        <p:spPr/>
        <p:txBody>
          <a:bodyPr vert="horz" lIns="0" tIns="0" rIns="0" bIns="0" rtlCol="0" anchor="t">
            <a:noAutofit/>
          </a:bodyPr>
          <a:lstStyle/>
          <a:p>
            <a:pPr marL="0" indent="0">
              <a:spcBef>
                <a:spcPts val="300"/>
              </a:spcBef>
              <a:buNone/>
            </a:pPr>
            <a:r>
              <a:rPr lang="en-US" sz="1200" b="1">
                <a:solidFill>
                  <a:schemeClr val="tx2"/>
                </a:solidFill>
                <a:latin typeface="+mj-lt"/>
              </a:rPr>
              <a:t>Task 2 -</a:t>
            </a:r>
            <a:r>
              <a:rPr lang="en-US" sz="1200"/>
              <a:t> </a:t>
            </a:r>
            <a:r>
              <a:rPr lang="en-US" sz="1200">
                <a:ea typeface="+mn-lt"/>
                <a:cs typeface="+mn-lt"/>
              </a:rPr>
              <a:t>Dynamic Outlier Detection</a:t>
            </a:r>
            <a:endParaRPr lang="en-US" sz="1200"/>
          </a:p>
          <a:p>
            <a:pPr marL="0" indent="0">
              <a:spcBef>
                <a:spcPts val="300"/>
              </a:spcBef>
              <a:buNone/>
            </a:pPr>
            <a:endParaRPr lang="de-DE" sz="1200" b="1">
              <a:solidFill>
                <a:schemeClr val="tx2"/>
              </a:solidFill>
              <a:effectLst/>
              <a:latin typeface="+mj-lt"/>
            </a:endParaRPr>
          </a:p>
          <a:p>
            <a:pPr marL="0" indent="0">
              <a:buNone/>
            </a:pPr>
            <a:r>
              <a:rPr lang="en-US" sz="1200" b="1"/>
              <a:t>Objective:</a:t>
            </a:r>
            <a:endParaRPr lang="en-US" sz="1200"/>
          </a:p>
          <a:p>
            <a:pPr marL="190500" indent="-190500"/>
            <a:r>
              <a:rPr lang="en-US" sz="1200">
                <a:ea typeface="+mn-lt"/>
                <a:cs typeface="+mn-lt"/>
              </a:rPr>
              <a:t>Enable finance teams to anticipate future costs and automatically identify unusual expense behavior without relying on static thresholds or manual review.</a:t>
            </a:r>
            <a:endParaRPr lang="en-US">
              <a:ea typeface="+mn-lt"/>
              <a:cs typeface="+mn-lt"/>
            </a:endParaRPr>
          </a:p>
          <a:p>
            <a:pPr marL="0" indent="0">
              <a:buNone/>
            </a:pPr>
            <a:r>
              <a:rPr lang="en-US" sz="1200" b="1"/>
              <a:t>Requirements:</a:t>
            </a:r>
            <a:endParaRPr lang="en-US" sz="1200"/>
          </a:p>
          <a:p>
            <a:pPr marL="190500" indent="-190500">
              <a:buFont typeface="Wingdings" panose="020B0604020202020204" pitchFamily="34" charset="0"/>
              <a:buChar char="§"/>
            </a:pPr>
            <a:r>
              <a:rPr lang="en-US" sz="1200">
                <a:ea typeface="+mn-lt"/>
                <a:cs typeface="+mn-lt"/>
              </a:rPr>
              <a:t>Implement a </a:t>
            </a:r>
            <a:r>
              <a:rPr lang="en-US" sz="1200" b="1">
                <a:ea typeface="+mn-lt"/>
                <a:cs typeface="+mn-lt"/>
              </a:rPr>
              <a:t>time-series forecasting approach</a:t>
            </a:r>
            <a:r>
              <a:rPr lang="en-US" sz="1200">
                <a:ea typeface="+mn-lt"/>
                <a:cs typeface="+mn-lt"/>
              </a:rPr>
              <a:t> at the group level</a:t>
            </a:r>
          </a:p>
          <a:p>
            <a:pPr marL="190500" indent="-190500">
              <a:buFont typeface="Wingdings" panose="020B0604020202020204" pitchFamily="34" charset="0"/>
              <a:buChar char="§"/>
            </a:pPr>
            <a:r>
              <a:rPr lang="en-US" sz="1200">
                <a:ea typeface="+mn-lt"/>
                <a:cs typeface="+mn-lt"/>
              </a:rPr>
              <a:t>Detect outliers dynamically based on historical behavior (e.g. deviation from trend, seasonality, or expected range)</a:t>
            </a:r>
            <a:endParaRPr lang="en-US"/>
          </a:p>
          <a:p>
            <a:pPr marL="190500" indent="-190500">
              <a:buFont typeface="Wingdings" panose="020B0604020202020204" pitchFamily="34" charset="0"/>
              <a:buChar char="§"/>
            </a:pPr>
            <a:r>
              <a:rPr lang="en-US" sz="1200">
                <a:ea typeface="+mn-lt"/>
                <a:cs typeface="+mn-lt"/>
              </a:rPr>
              <a:t>Highlight:</a:t>
            </a:r>
            <a:endParaRPr lang="en-US"/>
          </a:p>
          <a:p>
            <a:pPr marL="190500" indent="-190500">
              <a:buFont typeface="Wingdings" panose="020B0604020202020204" pitchFamily="34" charset="0"/>
              <a:buChar char="§"/>
            </a:pPr>
            <a:r>
              <a:rPr lang="en-US" sz="1200">
                <a:ea typeface="+mn-lt"/>
                <a:cs typeface="+mn-lt"/>
              </a:rPr>
              <a:t>Sudden cost spikes</a:t>
            </a:r>
            <a:endParaRPr lang="en-US"/>
          </a:p>
          <a:p>
            <a:pPr marL="190500" indent="-190500">
              <a:buFont typeface="Wingdings" panose="020B0604020202020204" pitchFamily="34" charset="0"/>
              <a:buChar char="§"/>
            </a:pPr>
            <a:r>
              <a:rPr lang="en-US" sz="1200">
                <a:ea typeface="+mn-lt"/>
                <a:cs typeface="+mn-lt"/>
              </a:rPr>
              <a:t>Unexpected cost drops</a:t>
            </a:r>
            <a:endParaRPr lang="en-US"/>
          </a:p>
          <a:p>
            <a:pPr marL="190500" indent="-190500">
              <a:buFont typeface="Wingdings" panose="020B0604020202020204" pitchFamily="34" charset="0"/>
              <a:buChar char="§"/>
            </a:pPr>
            <a:r>
              <a:rPr lang="en-US" sz="1200">
                <a:ea typeface="+mn-lt"/>
                <a:cs typeface="+mn-lt"/>
              </a:rPr>
              <a:t>Deviations from historical monthly patterns</a:t>
            </a:r>
            <a:endParaRPr lang="en-US"/>
          </a:p>
          <a:p>
            <a:pPr marL="0" indent="0">
              <a:buNone/>
            </a:pPr>
            <a:r>
              <a:rPr lang="en-US" sz="1200" b="1"/>
              <a:t>Considerations:</a:t>
            </a:r>
            <a:endParaRPr lang="en-US" sz="1200"/>
          </a:p>
          <a:p>
            <a:pPr marL="190500" indent="-190500">
              <a:buFont typeface="Arial" panose="020B0604020202020204" pitchFamily="34" charset="0"/>
              <a:buChar char="•"/>
            </a:pPr>
            <a:r>
              <a:rPr lang="en-US" sz="1200"/>
              <a:t>Clearly state your hypotheses and the rationale behind them.</a:t>
            </a:r>
          </a:p>
          <a:p>
            <a:pPr marL="190500" indent="-190500">
              <a:buFont typeface="Arial" panose="020B0604020202020204" pitchFamily="34" charset="0"/>
              <a:buChar char="•"/>
            </a:pPr>
            <a:r>
              <a:rPr lang="en-US" sz="1200"/>
              <a:t>Explain the choice of statistical tests and any assumptions.</a:t>
            </a:r>
          </a:p>
          <a:p>
            <a:pPr marL="190500" indent="-190500">
              <a:buFont typeface="Arial" panose="020B0604020202020204" pitchFamily="34" charset="0"/>
              <a:buChar char="•"/>
            </a:pPr>
            <a:r>
              <a:rPr lang="en-US" sz="1200"/>
              <a:t>Provide recommendations based on your analysis.</a:t>
            </a:r>
          </a:p>
        </p:txBody>
      </p:sp>
      <p:sp>
        <p:nvSpPr>
          <p:cNvPr id="4" name="Titel 3">
            <a:extLst>
              <a:ext uri="{FF2B5EF4-FFF2-40B4-BE49-F238E27FC236}">
                <a16:creationId xmlns:a16="http://schemas.microsoft.com/office/drawing/2014/main" id="{AB3DECDA-8111-EACA-51FA-A32EF4E13FC1}"/>
              </a:ext>
            </a:extLst>
          </p:cNvPr>
          <p:cNvSpPr>
            <a:spLocks noGrp="1"/>
          </p:cNvSpPr>
          <p:nvPr>
            <p:ph type="title"/>
          </p:nvPr>
        </p:nvSpPr>
        <p:spPr/>
        <p:txBody>
          <a:bodyPr/>
          <a:lstStyle/>
          <a:p>
            <a:r>
              <a:rPr lang="de-DE"/>
              <a:t>Case Study (2/4)</a:t>
            </a:r>
          </a:p>
        </p:txBody>
      </p:sp>
      <p:sp>
        <p:nvSpPr>
          <p:cNvPr id="3" name="Inhaltsplatzhalter 2">
            <a:extLst>
              <a:ext uri="{FF2B5EF4-FFF2-40B4-BE49-F238E27FC236}">
                <a16:creationId xmlns:a16="http://schemas.microsoft.com/office/drawing/2014/main" id="{F0084AE3-906C-E9F8-0406-D1B90188E0D3}"/>
              </a:ext>
            </a:extLst>
          </p:cNvPr>
          <p:cNvSpPr>
            <a:spLocks noGrp="1"/>
          </p:cNvSpPr>
          <p:nvPr>
            <p:ph sz="quarter" idx="17"/>
          </p:nvPr>
        </p:nvSpPr>
        <p:spPr/>
        <p:txBody>
          <a:bodyPr vert="horz" lIns="0" tIns="0" rIns="0" bIns="0" rtlCol="0" anchor="t">
            <a:noAutofit/>
          </a:bodyPr>
          <a:lstStyle/>
          <a:p>
            <a:pPr marL="0" indent="0">
              <a:spcBef>
                <a:spcPts val="300"/>
              </a:spcBef>
              <a:buNone/>
            </a:pPr>
            <a:r>
              <a:rPr lang="de-DE" sz="1200" b="1" dirty="0">
                <a:solidFill>
                  <a:schemeClr val="tx2"/>
                </a:solidFill>
                <a:effectLst/>
                <a:latin typeface="+mj-lt"/>
              </a:rPr>
              <a:t>TASK 1 – </a:t>
            </a:r>
            <a:r>
              <a:rPr lang="de-DE" sz="1200" dirty="0">
                <a:solidFill>
                  <a:schemeClr val="tx2"/>
                </a:solidFill>
                <a:ea typeface="+mn-lt"/>
                <a:cs typeface="+mn-lt"/>
              </a:rPr>
              <a:t>Data Ingestion &amp; Display</a:t>
            </a:r>
          </a:p>
          <a:p>
            <a:pPr marL="0" indent="0">
              <a:spcBef>
                <a:spcPts val="300"/>
              </a:spcBef>
              <a:buNone/>
            </a:pPr>
            <a:endParaRPr lang="de-DE" sz="1200" dirty="0"/>
          </a:p>
          <a:p>
            <a:pPr marL="0" indent="0">
              <a:buNone/>
            </a:pPr>
            <a:r>
              <a:rPr lang="en-US" sz="1200" b="1" dirty="0"/>
              <a:t>Objective:</a:t>
            </a:r>
            <a:endParaRPr lang="en-US" sz="1200" dirty="0"/>
          </a:p>
          <a:p>
            <a:pPr marL="190500" indent="-190500"/>
            <a:r>
              <a:rPr lang="en-US" sz="1200" dirty="0">
                <a:ea typeface="+mn-lt"/>
                <a:cs typeface="+mn-lt"/>
              </a:rPr>
              <a:t>Create a front-end application that enables the Finance Department to transparently view and understand one year of departmental expenses. The goal is to provide a clear financial overview that supports cost monitoring, trend identification, and informed decision-making.</a:t>
            </a:r>
          </a:p>
          <a:p>
            <a:pPr marL="190500" indent="-190500">
              <a:buFont typeface="Wingdings,Sans-Serif" panose="05000000000000000000" pitchFamily="2" charset="2"/>
              <a:buChar char="§"/>
            </a:pPr>
            <a:r>
              <a:rPr lang="en-US" sz="1100" dirty="0">
                <a:ea typeface="+mn-lt"/>
                <a:cs typeface="+mn-lt"/>
              </a:rPr>
              <a:t>Tabular View</a:t>
            </a:r>
          </a:p>
          <a:p>
            <a:pPr marL="381000" lvl="1" indent="-190500">
              <a:buFont typeface="Courier New,monospace" panose="05000000000000000000" pitchFamily="2" charset="2"/>
              <a:buChar char="o"/>
            </a:pPr>
            <a:r>
              <a:rPr lang="en-US" sz="1100" dirty="0">
                <a:ea typeface="+mn-lt"/>
                <a:cs typeface="+mn-lt"/>
              </a:rPr>
              <a:t>Display all expense records in a dynamic, searchable, and sortable table</a:t>
            </a:r>
          </a:p>
          <a:p>
            <a:pPr marL="381000" lvl="1" indent="-190500">
              <a:buFont typeface="Courier New,monospace" panose="05000000000000000000" pitchFamily="2" charset="2"/>
              <a:buChar char="o"/>
            </a:pPr>
            <a:r>
              <a:rPr lang="en-US" sz="1100" dirty="0">
                <a:ea typeface="+mn-lt"/>
                <a:cs typeface="+mn-lt"/>
              </a:rPr>
              <a:t>Ensure totals are clearly visible and easy to interpret</a:t>
            </a:r>
            <a:endParaRPr lang="en-US" dirty="0"/>
          </a:p>
          <a:p>
            <a:pPr marL="190500" indent="-190500">
              <a:buFont typeface="Wingdings,Sans-Serif" panose="05000000000000000000" pitchFamily="2" charset="2"/>
              <a:buChar char="§"/>
            </a:pPr>
            <a:r>
              <a:rPr lang="en-US" sz="1100" dirty="0">
                <a:ea typeface="+mn-lt"/>
                <a:cs typeface="+mn-lt"/>
              </a:rPr>
              <a:t>Graphical View</a:t>
            </a:r>
          </a:p>
          <a:p>
            <a:pPr marL="381000" lvl="1" indent="-190500">
              <a:buFont typeface="Courier New,monospace" panose="05000000000000000000" pitchFamily="2" charset="2"/>
              <a:buChar char="o"/>
            </a:pPr>
            <a:r>
              <a:rPr lang="en-US" sz="1100" dirty="0">
                <a:ea typeface="+mn-lt"/>
                <a:cs typeface="+mn-lt"/>
              </a:rPr>
              <a:t>Monthly total expenses over time</a:t>
            </a:r>
          </a:p>
          <a:p>
            <a:pPr marL="381000" lvl="1" indent="-190500">
              <a:buFont typeface="Courier New,monospace" panose="05000000000000000000" pitchFamily="2" charset="2"/>
              <a:buChar char="o"/>
            </a:pPr>
            <a:r>
              <a:rPr lang="en-US" sz="1100" dirty="0">
                <a:ea typeface="+mn-lt"/>
                <a:cs typeface="+mn-lt"/>
              </a:rPr>
              <a:t>Identification of top cost-driving groups</a:t>
            </a:r>
          </a:p>
          <a:p>
            <a:pPr marL="381000" lvl="1" indent="-190500">
              <a:buFont typeface="Courier New,monospace" panose="05000000000000000000" pitchFamily="2" charset="2"/>
              <a:buChar char="o"/>
            </a:pPr>
            <a:r>
              <a:rPr lang="en-US" sz="1100" dirty="0">
                <a:ea typeface="+mn-lt"/>
                <a:cs typeface="+mn-lt"/>
              </a:rPr>
              <a:t>At least three additional visualizations of your choosing that are relevant for finance stakeholders</a:t>
            </a:r>
          </a:p>
          <a:p>
            <a:pPr marL="0" indent="0">
              <a:buNone/>
            </a:pPr>
            <a:r>
              <a:rPr lang="en-US" sz="1200" b="1" dirty="0"/>
              <a:t>Considerations:</a:t>
            </a:r>
            <a:endParaRPr lang="en-US" sz="1200" dirty="0"/>
          </a:p>
          <a:p>
            <a:pPr marL="190500" indent="-190500">
              <a:buFont typeface="Wingdings" panose="020B0604020202020204" pitchFamily="34" charset="0"/>
              <a:buChar char="§"/>
            </a:pPr>
            <a:r>
              <a:rPr lang="en-US" sz="1200" dirty="0">
                <a:ea typeface="+mn-lt"/>
                <a:cs typeface="+mn-lt"/>
              </a:rPr>
              <a:t>Discuss any assumptions made during data preparation</a:t>
            </a:r>
            <a:endParaRPr lang="en-US" dirty="0"/>
          </a:p>
          <a:p>
            <a:pPr marL="190500" indent="-190500">
              <a:buFont typeface="Wingdings" panose="020B0604020202020204" pitchFamily="34" charset="0"/>
              <a:buChar char="§"/>
            </a:pPr>
            <a:r>
              <a:rPr lang="en-US" sz="1200" dirty="0">
                <a:ea typeface="+mn-lt"/>
                <a:cs typeface="+mn-lt"/>
              </a:rPr>
              <a:t>Explain how the chosen visualizations help finance users understand cost behavior</a:t>
            </a:r>
            <a:endParaRPr lang="en-US" dirty="0"/>
          </a:p>
          <a:p>
            <a:pPr marL="190500" indent="-190500">
              <a:buFont typeface="Wingdings" panose="020B0604020202020204" pitchFamily="34" charset="0"/>
              <a:buChar char="§"/>
            </a:pPr>
            <a:r>
              <a:rPr lang="en-US" sz="1200" dirty="0">
                <a:ea typeface="+mn-lt"/>
                <a:cs typeface="+mn-lt"/>
              </a:rPr>
              <a:t>Focus on clarity and usability over visual complexity</a:t>
            </a:r>
            <a:endParaRPr lang="en-US" dirty="0"/>
          </a:p>
          <a:p>
            <a:pPr marL="0" indent="0">
              <a:spcBef>
                <a:spcPts val="300"/>
              </a:spcBef>
              <a:spcAft>
                <a:spcPts val="300"/>
              </a:spcAft>
              <a:buNone/>
            </a:pPr>
            <a:endParaRPr lang="de-DE" sz="1200" dirty="0"/>
          </a:p>
        </p:txBody>
      </p:sp>
      <p:sp>
        <p:nvSpPr>
          <p:cNvPr id="7" name="Textfeld 6">
            <a:extLst>
              <a:ext uri="{FF2B5EF4-FFF2-40B4-BE49-F238E27FC236}">
                <a16:creationId xmlns:a16="http://schemas.microsoft.com/office/drawing/2014/main" id="{1B6A1FEC-687C-1EA9-BC35-66656995817E}"/>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cxnSp>
        <p:nvCxnSpPr>
          <p:cNvPr id="5" name="Gerade Verbindung 4">
            <a:extLst>
              <a:ext uri="{FF2B5EF4-FFF2-40B4-BE49-F238E27FC236}">
                <a16:creationId xmlns:a16="http://schemas.microsoft.com/office/drawing/2014/main" id="{F161FBC7-0340-B805-8934-4C15E8EF9D99}"/>
              </a:ext>
            </a:extLst>
          </p:cNvPr>
          <p:cNvCxnSpPr>
            <a:cxnSpLocks/>
          </p:cNvCxnSpPr>
          <p:nvPr/>
        </p:nvCxnSpPr>
        <p:spPr>
          <a:xfrm>
            <a:off x="488946" y="1621971"/>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Gerade Verbindung 5">
            <a:extLst>
              <a:ext uri="{FF2B5EF4-FFF2-40B4-BE49-F238E27FC236}">
                <a16:creationId xmlns:a16="http://schemas.microsoft.com/office/drawing/2014/main" id="{C1C7D3D2-20C3-62A6-678F-439683207121}"/>
              </a:ext>
            </a:extLst>
          </p:cNvPr>
          <p:cNvCxnSpPr>
            <a:cxnSpLocks/>
          </p:cNvCxnSpPr>
          <p:nvPr/>
        </p:nvCxnSpPr>
        <p:spPr>
          <a:xfrm>
            <a:off x="6317288" y="1621971"/>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951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83F0B-9629-9BD6-B219-4CB01DC8E10B}"/>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D704B6CE-DD8A-F6D7-C7D8-00B8882645D9}"/>
              </a:ext>
            </a:extLst>
          </p:cNvPr>
          <p:cNvSpPr>
            <a:spLocks noGrp="1"/>
          </p:cNvSpPr>
          <p:nvPr>
            <p:ph sz="quarter" idx="19"/>
          </p:nvPr>
        </p:nvSpPr>
        <p:spPr/>
        <p:txBody>
          <a:bodyPr vert="horz" lIns="0" tIns="0" rIns="0" bIns="0" rtlCol="0" anchor="t">
            <a:noAutofit/>
          </a:bodyPr>
          <a:lstStyle/>
          <a:p>
            <a:pPr marL="0" indent="0">
              <a:spcBef>
                <a:spcPts val="300"/>
              </a:spcBef>
              <a:buNone/>
            </a:pPr>
            <a:r>
              <a:rPr lang="en-US" sz="1200" b="1">
                <a:solidFill>
                  <a:schemeClr val="tx2"/>
                </a:solidFill>
                <a:latin typeface="+mj-lt"/>
              </a:rPr>
              <a:t>Task 4: </a:t>
            </a:r>
            <a:r>
              <a:rPr lang="en-US" sz="1200">
                <a:solidFill>
                  <a:schemeClr val="tx2"/>
                </a:solidFill>
                <a:ea typeface="+mn-lt"/>
                <a:cs typeface="+mn-lt"/>
              </a:rPr>
              <a:t>Embed Gen AI</a:t>
            </a:r>
          </a:p>
          <a:p>
            <a:pPr marL="0" indent="0">
              <a:spcBef>
                <a:spcPts val="300"/>
              </a:spcBef>
              <a:buNone/>
            </a:pPr>
            <a:endParaRPr lang="de-DE" sz="1200" b="1">
              <a:solidFill>
                <a:schemeClr val="tx2"/>
              </a:solidFill>
              <a:effectLst/>
              <a:latin typeface="+mj-lt"/>
            </a:endParaRPr>
          </a:p>
          <a:p>
            <a:pPr marL="0" indent="0">
              <a:buNone/>
            </a:pPr>
            <a:r>
              <a:rPr lang="en-US" sz="1200" b="1"/>
              <a:t>Objective:</a:t>
            </a:r>
            <a:endParaRPr lang="en-US" sz="1200"/>
          </a:p>
          <a:p>
            <a:pPr marL="190500" indent="-190500"/>
            <a:r>
              <a:rPr lang="en-US" sz="1200">
                <a:ea typeface="+mn-lt"/>
                <a:cs typeface="+mn-lt"/>
              </a:rPr>
              <a:t>Augment finance decision-making by embedding Gen AI to take the analysis </a:t>
            </a:r>
            <a:r>
              <a:rPr lang="en-US" sz="1200" b="1">
                <a:ea typeface="+mn-lt"/>
                <a:cs typeface="+mn-lt"/>
              </a:rPr>
              <a:t>1–2 steps further</a:t>
            </a:r>
            <a:r>
              <a:rPr lang="en-US" sz="1200">
                <a:ea typeface="+mn-lt"/>
                <a:cs typeface="+mn-lt"/>
              </a:rPr>
              <a:t>, focusing on explanation, prioritization, and insight generation.</a:t>
            </a:r>
          </a:p>
          <a:p>
            <a:pPr marL="0" indent="0">
              <a:buNone/>
            </a:pPr>
            <a:r>
              <a:rPr lang="en-US" sz="1200" b="1"/>
              <a:t>Requirements:</a:t>
            </a:r>
            <a:endParaRPr lang="en-US" sz="1200"/>
          </a:p>
          <a:p>
            <a:pPr marL="190500" indent="-190500">
              <a:buFont typeface="Wingdings" panose="020B0604020202020204" pitchFamily="34" charset="0"/>
              <a:buChar char="§"/>
            </a:pPr>
            <a:r>
              <a:rPr lang="en-US" sz="1200">
                <a:ea typeface="+mn-lt"/>
                <a:cs typeface="+mn-lt"/>
              </a:rPr>
              <a:t>Use an LLM via any accessible API</a:t>
            </a:r>
          </a:p>
          <a:p>
            <a:pPr marL="190500" indent="-190500">
              <a:buFont typeface="Wingdings" panose="020B0604020202020204" pitchFamily="34" charset="0"/>
              <a:buChar char="§"/>
            </a:pPr>
            <a:r>
              <a:rPr lang="en-US" sz="1200" b="1">
                <a:ea typeface="+mn-lt"/>
                <a:cs typeface="+mn-lt"/>
              </a:rPr>
              <a:t>No chatbots</a:t>
            </a:r>
            <a:endParaRPr lang="en-US">
              <a:ea typeface="+mn-lt"/>
              <a:cs typeface="+mn-lt"/>
            </a:endParaRPr>
          </a:p>
          <a:p>
            <a:pPr marL="190500" indent="-190500">
              <a:buFont typeface="Wingdings" panose="020B0604020202020204" pitchFamily="34" charset="0"/>
              <a:buChar char="§"/>
            </a:pPr>
            <a:r>
              <a:rPr lang="en-US" sz="1200">
                <a:ea typeface="+mn-lt"/>
                <a:cs typeface="+mn-lt"/>
              </a:rPr>
              <a:t>Must leverage:</a:t>
            </a:r>
            <a:endParaRPr lang="en-US">
              <a:ea typeface="+mn-lt"/>
              <a:cs typeface="+mn-lt"/>
            </a:endParaRPr>
          </a:p>
          <a:p>
            <a:pPr marL="381000" lvl="1" indent="-190500">
              <a:buFont typeface="Courier New" panose="020B0604020202020204" pitchFamily="34" charset="0"/>
              <a:buChar char="o"/>
            </a:pPr>
            <a:r>
              <a:rPr lang="en-US" sz="1200">
                <a:ea typeface="+mn-lt"/>
                <a:cs typeface="+mn-lt"/>
              </a:rPr>
              <a:t>Aggregated forecast data</a:t>
            </a:r>
            <a:endParaRPr lang="en-US">
              <a:ea typeface="+mn-lt"/>
              <a:cs typeface="+mn-lt"/>
            </a:endParaRPr>
          </a:p>
          <a:p>
            <a:pPr marL="381000" lvl="1" indent="-190500">
              <a:buFont typeface="Courier New" panose="020B0604020202020204" pitchFamily="34" charset="0"/>
              <a:buChar char="o"/>
            </a:pPr>
            <a:r>
              <a:rPr lang="en-US" sz="1200">
                <a:ea typeface="+mn-lt"/>
                <a:cs typeface="+mn-lt"/>
              </a:rPr>
              <a:t>Automatically flagged anomalies</a:t>
            </a:r>
            <a:endParaRPr lang="en-US">
              <a:ea typeface="+mn-lt"/>
              <a:cs typeface="+mn-lt"/>
            </a:endParaRPr>
          </a:p>
          <a:p>
            <a:pPr marL="0" indent="0">
              <a:buNone/>
            </a:pPr>
            <a:r>
              <a:rPr lang="en-US" sz="1200" b="1"/>
              <a:t>Considerations:</a:t>
            </a:r>
            <a:endParaRPr lang="en-US" sz="1200"/>
          </a:p>
          <a:p>
            <a:pPr marL="190500" indent="-190500">
              <a:buFont typeface="Wingdings" panose="020B0604020202020204" pitchFamily="34" charset="0"/>
              <a:buChar char="§"/>
            </a:pPr>
            <a:r>
              <a:rPr lang="en-US" sz="1200">
                <a:ea typeface="+mn-lt"/>
                <a:cs typeface="+mn-lt"/>
              </a:rPr>
              <a:t>Keep AI output short, factual, and finance-oriented</a:t>
            </a:r>
          </a:p>
          <a:p>
            <a:pPr marL="190500" indent="-190500">
              <a:buFont typeface="Wingdings" panose="020B0604020202020204" pitchFamily="34" charset="0"/>
              <a:buChar char="§"/>
            </a:pPr>
            <a:r>
              <a:rPr lang="en-US" sz="1200">
                <a:ea typeface="+mn-lt"/>
                <a:cs typeface="+mn-lt"/>
              </a:rPr>
              <a:t>Clearly separate AI-generated insights from raw analytics</a:t>
            </a:r>
            <a:endParaRPr lang="en-US"/>
          </a:p>
          <a:p>
            <a:pPr marL="190500" indent="-190500">
              <a:buFont typeface="Wingdings" panose="020B0604020202020204" pitchFamily="34" charset="0"/>
              <a:buChar char="§"/>
            </a:pPr>
            <a:r>
              <a:rPr lang="en-US" sz="1200">
                <a:ea typeface="+mn-lt"/>
                <a:cs typeface="+mn-lt"/>
              </a:rPr>
              <a:t>Explain how AI supports, not replaces, finance judgment</a:t>
            </a:r>
            <a:endParaRPr lang="en-US"/>
          </a:p>
        </p:txBody>
      </p:sp>
      <p:sp>
        <p:nvSpPr>
          <p:cNvPr id="4" name="Titel 3">
            <a:extLst>
              <a:ext uri="{FF2B5EF4-FFF2-40B4-BE49-F238E27FC236}">
                <a16:creationId xmlns:a16="http://schemas.microsoft.com/office/drawing/2014/main" id="{AB3DECDA-8111-EACA-51FA-A32EF4E13FC1}"/>
              </a:ext>
            </a:extLst>
          </p:cNvPr>
          <p:cNvSpPr>
            <a:spLocks noGrp="1"/>
          </p:cNvSpPr>
          <p:nvPr>
            <p:ph type="title"/>
          </p:nvPr>
        </p:nvSpPr>
        <p:spPr/>
        <p:txBody>
          <a:bodyPr/>
          <a:lstStyle/>
          <a:p>
            <a:r>
              <a:rPr lang="de-DE"/>
              <a:t>Case Study (3/4)</a:t>
            </a:r>
          </a:p>
        </p:txBody>
      </p:sp>
      <p:sp>
        <p:nvSpPr>
          <p:cNvPr id="3" name="Inhaltsplatzhalter 2">
            <a:extLst>
              <a:ext uri="{FF2B5EF4-FFF2-40B4-BE49-F238E27FC236}">
                <a16:creationId xmlns:a16="http://schemas.microsoft.com/office/drawing/2014/main" id="{F0084AE3-906C-E9F8-0406-D1B90188E0D3}"/>
              </a:ext>
            </a:extLst>
          </p:cNvPr>
          <p:cNvSpPr>
            <a:spLocks noGrp="1"/>
          </p:cNvSpPr>
          <p:nvPr>
            <p:ph sz="quarter" idx="17"/>
          </p:nvPr>
        </p:nvSpPr>
        <p:spPr/>
        <p:txBody>
          <a:bodyPr vert="horz" lIns="0" tIns="0" rIns="0" bIns="0" rtlCol="0" anchor="t">
            <a:noAutofit/>
          </a:bodyPr>
          <a:lstStyle/>
          <a:p>
            <a:pPr marL="0" indent="0">
              <a:spcBef>
                <a:spcPts val="300"/>
              </a:spcBef>
              <a:buNone/>
            </a:pPr>
            <a:r>
              <a:rPr lang="de-DE" sz="1200" b="1">
                <a:solidFill>
                  <a:schemeClr val="tx2"/>
                </a:solidFill>
                <a:effectLst/>
                <a:latin typeface="+mj-lt"/>
              </a:rPr>
              <a:t>TASK 3 – </a:t>
            </a:r>
            <a:r>
              <a:rPr lang="de-DE" sz="1200" err="1">
                <a:solidFill>
                  <a:schemeClr val="tx2"/>
                </a:solidFill>
                <a:ea typeface="+mn-lt"/>
                <a:cs typeface="+mn-lt"/>
              </a:rPr>
              <a:t>Automated</a:t>
            </a:r>
            <a:r>
              <a:rPr lang="de-DE" sz="1200">
                <a:solidFill>
                  <a:schemeClr val="tx2"/>
                </a:solidFill>
                <a:ea typeface="+mn-lt"/>
                <a:cs typeface="+mn-lt"/>
              </a:rPr>
              <a:t> </a:t>
            </a:r>
            <a:r>
              <a:rPr lang="de-DE" sz="1200" err="1">
                <a:solidFill>
                  <a:schemeClr val="tx2"/>
                </a:solidFill>
                <a:ea typeface="+mn-lt"/>
                <a:cs typeface="+mn-lt"/>
              </a:rPr>
              <a:t>Cost</a:t>
            </a:r>
            <a:r>
              <a:rPr lang="de-DE" sz="1200">
                <a:solidFill>
                  <a:schemeClr val="tx2"/>
                </a:solidFill>
                <a:ea typeface="+mn-lt"/>
                <a:cs typeface="+mn-lt"/>
              </a:rPr>
              <a:t> </a:t>
            </a:r>
            <a:r>
              <a:rPr lang="de-DE" sz="1200" err="1">
                <a:solidFill>
                  <a:schemeClr val="tx2"/>
                </a:solidFill>
                <a:ea typeface="+mn-lt"/>
                <a:cs typeface="+mn-lt"/>
              </a:rPr>
              <a:t>Anomaly</a:t>
            </a:r>
            <a:r>
              <a:rPr lang="de-DE" sz="1200">
                <a:solidFill>
                  <a:schemeClr val="tx2"/>
                </a:solidFill>
                <a:ea typeface="+mn-lt"/>
                <a:cs typeface="+mn-lt"/>
              </a:rPr>
              <a:t> Workflow</a:t>
            </a:r>
          </a:p>
          <a:p>
            <a:pPr marL="0" indent="0">
              <a:spcBef>
                <a:spcPts val="300"/>
              </a:spcBef>
              <a:buNone/>
            </a:pPr>
            <a:endParaRPr lang="de-DE" sz="1200"/>
          </a:p>
          <a:p>
            <a:pPr marL="0" indent="0">
              <a:buNone/>
            </a:pPr>
            <a:r>
              <a:rPr lang="en-US" sz="1200" b="1"/>
              <a:t>Objective:</a:t>
            </a:r>
            <a:endParaRPr lang="en-US" sz="1200"/>
          </a:p>
          <a:p>
            <a:pPr marL="190500" indent="-190500"/>
            <a:r>
              <a:rPr lang="en-US" sz="1200">
                <a:ea typeface="+mn-lt"/>
                <a:cs typeface="+mn-lt"/>
              </a:rPr>
              <a:t>Provide finance users with a structured way to review, track, and contextualize </a:t>
            </a:r>
            <a:r>
              <a:rPr lang="en-US" sz="1200" b="1">
                <a:ea typeface="+mn-lt"/>
                <a:cs typeface="+mn-lt"/>
              </a:rPr>
              <a:t>automatically detected cost anomalies</a:t>
            </a:r>
            <a:r>
              <a:rPr lang="en-US" sz="1200">
                <a:ea typeface="+mn-lt"/>
                <a:cs typeface="+mn-lt"/>
              </a:rPr>
              <a:t>, aligning with real-world financial control processes.</a:t>
            </a:r>
          </a:p>
          <a:p>
            <a:pPr marL="0" indent="0">
              <a:buNone/>
            </a:pPr>
            <a:r>
              <a:rPr lang="en-US" sz="1200" b="1"/>
              <a:t>Requirements:</a:t>
            </a:r>
            <a:endParaRPr lang="en-US" sz="1200"/>
          </a:p>
          <a:p>
            <a:pPr marL="190500" indent="-190500">
              <a:buFont typeface="Wingdings" panose="020B0604020202020204" pitchFamily="34" charset="0"/>
              <a:buChar char="§"/>
            </a:pPr>
            <a:r>
              <a:rPr lang="en-US" sz="1200">
                <a:ea typeface="+mn-lt"/>
                <a:cs typeface="+mn-lt"/>
              </a:rPr>
              <a:t>Automatically flagged anomalies from Task 2 should:</a:t>
            </a:r>
            <a:endParaRPr lang="en-US" sz="1200"/>
          </a:p>
          <a:p>
            <a:pPr marL="381000" lvl="1" indent="-190500">
              <a:buFont typeface="Courier New" panose="020B0604020202020204" pitchFamily="34" charset="0"/>
              <a:buChar char="o"/>
            </a:pPr>
            <a:r>
              <a:rPr lang="en-US" sz="1200">
                <a:ea typeface="+mn-lt"/>
                <a:cs typeface="+mn-lt"/>
              </a:rPr>
              <a:t>Be clearly marked in tables and charts</a:t>
            </a:r>
            <a:endParaRPr lang="en-US"/>
          </a:p>
          <a:p>
            <a:pPr marL="381000" lvl="1" indent="-190500">
              <a:buFont typeface="Courier New" panose="020B0604020202020204" pitchFamily="34" charset="0"/>
              <a:buChar char="o"/>
            </a:pPr>
            <a:r>
              <a:rPr lang="en-US" sz="1200">
                <a:ea typeface="+mn-lt"/>
                <a:cs typeface="+mn-lt"/>
              </a:rPr>
              <a:t>Appear in a dedicated </a:t>
            </a:r>
            <a:r>
              <a:rPr lang="en-US" sz="1200" b="1">
                <a:ea typeface="+mn-lt"/>
                <a:cs typeface="+mn-lt"/>
              </a:rPr>
              <a:t>Cost Anomaly Panel</a:t>
            </a:r>
            <a:endParaRPr lang="en-US"/>
          </a:p>
          <a:p>
            <a:pPr marL="190500" indent="-190500">
              <a:buFont typeface="Wingdings" panose="020B0604020202020204" pitchFamily="34" charset="0"/>
              <a:buChar char="§"/>
            </a:pPr>
            <a:r>
              <a:rPr lang="en-US" sz="1200">
                <a:ea typeface="+mn-lt"/>
                <a:cs typeface="+mn-lt"/>
              </a:rPr>
              <a:t>For each flagged anomaly, allow:</a:t>
            </a:r>
            <a:endParaRPr lang="en-US"/>
          </a:p>
          <a:p>
            <a:pPr marL="381000" lvl="1" indent="-190500">
              <a:buFont typeface="Courier New" panose="020B0604020202020204" pitchFamily="34" charset="0"/>
              <a:buChar char="o"/>
            </a:pPr>
            <a:r>
              <a:rPr lang="en-US" sz="1200">
                <a:ea typeface="+mn-lt"/>
                <a:cs typeface="+mn-lt"/>
              </a:rPr>
              <a:t>Optional finance notes (e.g. “One-off vendor invoice”, “Timing issue”)</a:t>
            </a:r>
            <a:endParaRPr lang="en-US"/>
          </a:p>
          <a:p>
            <a:pPr marL="381000" lvl="1" indent="-190500">
              <a:buFont typeface="Courier New" panose="020B0604020202020204" pitchFamily="34" charset="0"/>
              <a:buChar char="o"/>
            </a:pPr>
            <a:r>
              <a:rPr lang="en-US" sz="1200">
                <a:ea typeface="+mn-lt"/>
                <a:cs typeface="+mn-lt"/>
              </a:rPr>
              <a:t>Status tracking (e.g. </a:t>
            </a:r>
            <a:r>
              <a:rPr lang="en-US" sz="1200" i="1">
                <a:ea typeface="+mn-lt"/>
                <a:cs typeface="+mn-lt"/>
              </a:rPr>
              <a:t>New</a:t>
            </a:r>
            <a:r>
              <a:rPr lang="en-US" sz="1200">
                <a:ea typeface="+mn-lt"/>
                <a:cs typeface="+mn-lt"/>
              </a:rPr>
              <a:t>, </a:t>
            </a:r>
            <a:r>
              <a:rPr lang="en-US" sz="1200" i="1">
                <a:ea typeface="+mn-lt"/>
                <a:cs typeface="+mn-lt"/>
              </a:rPr>
              <a:t>Reviewed</a:t>
            </a:r>
            <a:r>
              <a:rPr lang="en-US" sz="1200">
                <a:ea typeface="+mn-lt"/>
                <a:cs typeface="+mn-lt"/>
              </a:rPr>
              <a:t>, </a:t>
            </a:r>
            <a:r>
              <a:rPr lang="en-US" sz="1200" i="1">
                <a:ea typeface="+mn-lt"/>
                <a:cs typeface="+mn-lt"/>
              </a:rPr>
              <a:t>Explained</a:t>
            </a:r>
            <a:r>
              <a:rPr lang="en-US" sz="1200">
                <a:ea typeface="+mn-lt"/>
                <a:cs typeface="+mn-lt"/>
              </a:rPr>
              <a:t>, </a:t>
            </a:r>
            <a:r>
              <a:rPr lang="en-US" sz="1200" i="1">
                <a:ea typeface="+mn-lt"/>
                <a:cs typeface="+mn-lt"/>
              </a:rPr>
              <a:t>Action Required</a:t>
            </a:r>
            <a:r>
              <a:rPr lang="en-US" sz="1200">
                <a:ea typeface="+mn-lt"/>
                <a:cs typeface="+mn-lt"/>
              </a:rPr>
              <a:t>)</a:t>
            </a:r>
            <a:endParaRPr lang="en-US"/>
          </a:p>
          <a:p>
            <a:pPr marL="0" indent="0">
              <a:buNone/>
            </a:pPr>
            <a:r>
              <a:rPr lang="en-US" sz="1200" b="1"/>
              <a:t>Considerations:</a:t>
            </a:r>
            <a:endParaRPr lang="en-US" sz="1200"/>
          </a:p>
          <a:p>
            <a:pPr marL="190500" indent="-190500">
              <a:buFont typeface="Wingdings" panose="020B0604020202020204" pitchFamily="34" charset="0"/>
              <a:buChar char="§"/>
            </a:pPr>
            <a:r>
              <a:rPr lang="en-US" sz="1200">
                <a:ea typeface="+mn-lt"/>
                <a:cs typeface="+mn-lt"/>
              </a:rPr>
              <a:t>Explain why automation is preferred over manual detection</a:t>
            </a:r>
          </a:p>
          <a:p>
            <a:pPr marL="190500" indent="-190500">
              <a:buFont typeface="Wingdings" panose="020B0604020202020204" pitchFamily="34" charset="0"/>
              <a:buChar char="§"/>
            </a:pPr>
            <a:r>
              <a:rPr lang="en-US" sz="1200">
                <a:ea typeface="+mn-lt"/>
                <a:cs typeface="+mn-lt"/>
              </a:rPr>
              <a:t>Discuss how this workflow reduces month-end workload</a:t>
            </a:r>
            <a:endParaRPr lang="en-US"/>
          </a:p>
          <a:p>
            <a:pPr marL="190500" indent="-190500">
              <a:buFont typeface="Wingdings" panose="020B0604020202020204" pitchFamily="34" charset="0"/>
              <a:buChar char="§"/>
            </a:pPr>
            <a:r>
              <a:rPr lang="en-US" sz="1200">
                <a:ea typeface="+mn-lt"/>
                <a:cs typeface="+mn-lt"/>
              </a:rPr>
              <a:t>Propose possible next features that could build on this information</a:t>
            </a:r>
            <a:r>
              <a:rPr lang="en-US" sz="1200"/>
              <a:t>.</a:t>
            </a:r>
            <a:endParaRPr lang="en-US"/>
          </a:p>
          <a:p>
            <a:pPr marL="0" indent="0">
              <a:spcBef>
                <a:spcPts val="300"/>
              </a:spcBef>
              <a:spcAft>
                <a:spcPts val="300"/>
              </a:spcAft>
              <a:buNone/>
            </a:pPr>
            <a:endParaRPr lang="de-DE" sz="1200"/>
          </a:p>
        </p:txBody>
      </p:sp>
      <p:sp>
        <p:nvSpPr>
          <p:cNvPr id="7" name="Textfeld 6">
            <a:extLst>
              <a:ext uri="{FF2B5EF4-FFF2-40B4-BE49-F238E27FC236}">
                <a16:creationId xmlns:a16="http://schemas.microsoft.com/office/drawing/2014/main" id="{1B6A1FEC-687C-1EA9-BC35-66656995817E}"/>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cxnSp>
        <p:nvCxnSpPr>
          <p:cNvPr id="5" name="Gerade Verbindung 4">
            <a:extLst>
              <a:ext uri="{FF2B5EF4-FFF2-40B4-BE49-F238E27FC236}">
                <a16:creationId xmlns:a16="http://schemas.microsoft.com/office/drawing/2014/main" id="{C018BB9F-35F1-908A-533E-7AA41478EF92}"/>
              </a:ext>
            </a:extLst>
          </p:cNvPr>
          <p:cNvCxnSpPr/>
          <p:nvPr/>
        </p:nvCxnSpPr>
        <p:spPr>
          <a:xfrm>
            <a:off x="6317288" y="1613617"/>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Gerade Verbindung 5">
            <a:extLst>
              <a:ext uri="{FF2B5EF4-FFF2-40B4-BE49-F238E27FC236}">
                <a16:creationId xmlns:a16="http://schemas.microsoft.com/office/drawing/2014/main" id="{AA7B0D11-3A2E-3BC9-678C-E879680137CA}"/>
              </a:ext>
            </a:extLst>
          </p:cNvPr>
          <p:cNvCxnSpPr/>
          <p:nvPr/>
        </p:nvCxnSpPr>
        <p:spPr>
          <a:xfrm>
            <a:off x="488946" y="1613617"/>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88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83F0B-9629-9BD6-B219-4CB01DC8E10B}"/>
            </a:ext>
          </a:extLst>
        </p:cNvPr>
        <p:cNvGrpSpPr/>
        <p:nvPr/>
      </p:nvGrpSpPr>
      <p:grpSpPr>
        <a:xfrm>
          <a:off x="0" y="0"/>
          <a:ext cx="0" cy="0"/>
          <a:chOff x="0" y="0"/>
          <a:chExt cx="0" cy="0"/>
        </a:xfrm>
      </p:grpSpPr>
      <p:sp>
        <p:nvSpPr>
          <p:cNvPr id="2" name="Inhaltsplatzhalter 1">
            <a:extLst>
              <a:ext uri="{FF2B5EF4-FFF2-40B4-BE49-F238E27FC236}">
                <a16:creationId xmlns:a16="http://schemas.microsoft.com/office/drawing/2014/main" id="{D704B6CE-DD8A-F6D7-C7D8-00B8882645D9}"/>
              </a:ext>
            </a:extLst>
          </p:cNvPr>
          <p:cNvSpPr>
            <a:spLocks noGrp="1"/>
          </p:cNvSpPr>
          <p:nvPr>
            <p:ph sz="quarter" idx="19"/>
          </p:nvPr>
        </p:nvSpPr>
        <p:spPr/>
        <p:txBody>
          <a:bodyPr/>
          <a:lstStyle/>
          <a:p>
            <a:pPr marL="0" indent="0">
              <a:buNone/>
            </a:pPr>
            <a:r>
              <a:rPr lang="en-US" sz="1200" b="1"/>
              <a:t>Deliverables:</a:t>
            </a:r>
          </a:p>
          <a:p>
            <a:endParaRPr lang="en-US" sz="1200" b="1"/>
          </a:p>
          <a:p>
            <a:r>
              <a:rPr lang="en-US" sz="1200"/>
              <a:t>Comprehensive Presentation to showcase your finding (</a:t>
            </a:r>
            <a:r>
              <a:rPr lang="en-US" sz="1200" err="1"/>
              <a:t>i.e</a:t>
            </a:r>
            <a:r>
              <a:rPr lang="en-US" sz="1200"/>
              <a:t> PPT or Notebook)</a:t>
            </a:r>
          </a:p>
          <a:p>
            <a:r>
              <a:rPr lang="en-US" sz="1200"/>
              <a:t>Visualizations &amp; Graphs to support your analysis (</a:t>
            </a:r>
            <a:r>
              <a:rPr lang="en-US" sz="1200" err="1"/>
              <a:t>i.e</a:t>
            </a:r>
            <a:r>
              <a:rPr lang="en-US" sz="1200"/>
              <a:t>, </a:t>
            </a:r>
            <a:r>
              <a:rPr lang="en-US" sz="1200" err="1"/>
              <a:t>dashboards,in</a:t>
            </a:r>
            <a:r>
              <a:rPr lang="en-US" sz="1200"/>
              <a:t> Reports </a:t>
            </a:r>
            <a:r>
              <a:rPr lang="en-US" sz="1200" err="1"/>
              <a:t>etc</a:t>
            </a:r>
            <a:r>
              <a:rPr lang="en-US" sz="1200"/>
              <a:t>)</a:t>
            </a:r>
          </a:p>
          <a:p>
            <a:r>
              <a:rPr lang="en-US" sz="1200" b="1"/>
              <a:t>Code: </a:t>
            </a:r>
            <a:r>
              <a:rPr lang="en-US" sz="1200"/>
              <a:t>repository, notebooks files, etc. Well coded</a:t>
            </a:r>
            <a:endParaRPr lang="en-US" sz="1200" b="1"/>
          </a:p>
          <a:p>
            <a:r>
              <a:rPr lang="en-US" sz="1200" b="1"/>
              <a:t>Assumptions and explanations</a:t>
            </a:r>
            <a:r>
              <a:rPr lang="en-US" sz="1200"/>
              <a:t> for the decisions made during the analysis</a:t>
            </a:r>
          </a:p>
          <a:p>
            <a:pPr marL="0" indent="0">
              <a:buNone/>
            </a:pPr>
            <a:endParaRPr lang="en-US" sz="1200"/>
          </a:p>
        </p:txBody>
      </p:sp>
      <p:sp>
        <p:nvSpPr>
          <p:cNvPr id="4" name="Titel 3">
            <a:extLst>
              <a:ext uri="{FF2B5EF4-FFF2-40B4-BE49-F238E27FC236}">
                <a16:creationId xmlns:a16="http://schemas.microsoft.com/office/drawing/2014/main" id="{AB3DECDA-8111-EACA-51FA-A32EF4E13FC1}"/>
              </a:ext>
            </a:extLst>
          </p:cNvPr>
          <p:cNvSpPr>
            <a:spLocks noGrp="1"/>
          </p:cNvSpPr>
          <p:nvPr>
            <p:ph type="title"/>
          </p:nvPr>
        </p:nvSpPr>
        <p:spPr/>
        <p:txBody>
          <a:bodyPr/>
          <a:lstStyle/>
          <a:p>
            <a:r>
              <a:rPr lang="de-DE"/>
              <a:t>Case Study (4/4)</a:t>
            </a:r>
          </a:p>
        </p:txBody>
      </p:sp>
      <p:sp>
        <p:nvSpPr>
          <p:cNvPr id="3" name="Inhaltsplatzhalter 2">
            <a:extLst>
              <a:ext uri="{FF2B5EF4-FFF2-40B4-BE49-F238E27FC236}">
                <a16:creationId xmlns:a16="http://schemas.microsoft.com/office/drawing/2014/main" id="{F0084AE3-906C-E9F8-0406-D1B90188E0D3}"/>
              </a:ext>
            </a:extLst>
          </p:cNvPr>
          <p:cNvSpPr>
            <a:spLocks noGrp="1"/>
          </p:cNvSpPr>
          <p:nvPr>
            <p:ph sz="quarter" idx="17"/>
          </p:nvPr>
        </p:nvSpPr>
        <p:spPr/>
        <p:txBody>
          <a:bodyPr vert="horz" lIns="0" tIns="0" rIns="0" bIns="0" rtlCol="0" anchor="t">
            <a:noAutofit/>
          </a:bodyPr>
          <a:lstStyle/>
          <a:p>
            <a:pPr marL="0" indent="0">
              <a:spcBef>
                <a:spcPts val="300"/>
              </a:spcBef>
              <a:buNone/>
            </a:pPr>
            <a:r>
              <a:rPr lang="de-DE" sz="1200" b="1">
                <a:solidFill>
                  <a:schemeClr val="tx2"/>
                </a:solidFill>
                <a:effectLst/>
                <a:latin typeface="+mj-lt"/>
              </a:rPr>
              <a:t>TASK 5 – </a:t>
            </a:r>
            <a:r>
              <a:rPr lang="de-DE" sz="1200" err="1">
                <a:solidFill>
                  <a:schemeClr val="tx2"/>
                </a:solidFill>
                <a:ea typeface="+mn-lt"/>
                <a:cs typeface="+mn-lt"/>
              </a:rPr>
              <a:t>Reflection</a:t>
            </a:r>
            <a:r>
              <a:rPr lang="de-DE" sz="1200">
                <a:solidFill>
                  <a:schemeClr val="tx2"/>
                </a:solidFill>
                <a:ea typeface="+mn-lt"/>
                <a:cs typeface="+mn-lt"/>
              </a:rPr>
              <a:t> &amp; Adoption </a:t>
            </a:r>
            <a:r>
              <a:rPr lang="de-DE" sz="1200" err="1">
                <a:solidFill>
                  <a:schemeClr val="tx2"/>
                </a:solidFill>
                <a:ea typeface="+mn-lt"/>
                <a:cs typeface="+mn-lt"/>
              </a:rPr>
              <a:t>Strategy</a:t>
            </a:r>
            <a:endParaRPr lang="en-US" sz="1200" err="1">
              <a:solidFill>
                <a:schemeClr val="tx2"/>
              </a:solidFill>
            </a:endParaRPr>
          </a:p>
          <a:p>
            <a:pPr marL="0" indent="0">
              <a:spcBef>
                <a:spcPts val="300"/>
              </a:spcBef>
              <a:buNone/>
            </a:pPr>
            <a:endParaRPr lang="de-DE" sz="1200"/>
          </a:p>
          <a:p>
            <a:pPr marL="0" indent="0">
              <a:buNone/>
            </a:pPr>
            <a:r>
              <a:rPr lang="en-US" sz="1200" b="1"/>
              <a:t>Objective:</a:t>
            </a:r>
            <a:endParaRPr lang="en-US" sz="1200"/>
          </a:p>
          <a:p>
            <a:pPr marL="190500" indent="-190500"/>
            <a:r>
              <a:rPr lang="en-US" sz="1200">
                <a:ea typeface="+mn-lt"/>
                <a:cs typeface="+mn-lt"/>
              </a:rPr>
              <a:t>Provide a reflective write-up (200–300 words) discussing how the solution encourages adoption among </a:t>
            </a:r>
            <a:r>
              <a:rPr lang="en-US" sz="1200" b="1">
                <a:ea typeface="+mn-lt"/>
                <a:cs typeface="+mn-lt"/>
              </a:rPr>
              <a:t>finance users with little or no interest in AI</a:t>
            </a:r>
            <a:r>
              <a:rPr lang="en-US" sz="1200">
                <a:ea typeface="+mn-lt"/>
                <a:cs typeface="+mn-lt"/>
              </a:rPr>
              <a:t>, and how trust is built over time.</a:t>
            </a:r>
            <a:endParaRPr lang="en-US" sz="1200" b="1"/>
          </a:p>
          <a:p>
            <a:pPr marL="0" indent="0">
              <a:buNone/>
            </a:pPr>
            <a:r>
              <a:rPr lang="en-US" sz="1200" b="1"/>
              <a:t>Requirements:</a:t>
            </a:r>
            <a:endParaRPr lang="en-US" sz="1200"/>
          </a:p>
          <a:p>
            <a:pPr marL="190500" indent="-190500"/>
            <a:r>
              <a:rPr lang="en-US" sz="1200">
                <a:ea typeface="+mn-lt"/>
                <a:cs typeface="+mn-lt"/>
              </a:rPr>
              <a:t>How the application avoids AI jargon </a:t>
            </a:r>
            <a:r>
              <a:rPr lang="en-US" sz="1200">
                <a:effectLst/>
                <a:ea typeface="+mn-lt"/>
                <a:cs typeface="+mn-lt"/>
              </a:rPr>
              <a:t>and </a:t>
            </a:r>
            <a:r>
              <a:rPr lang="en-US" sz="1200">
                <a:ea typeface="+mn-lt"/>
                <a:cs typeface="+mn-lt"/>
              </a:rPr>
              <a:t>speaks finance language</a:t>
            </a:r>
          </a:p>
          <a:p>
            <a:pPr marL="190500" indent="-190500"/>
            <a:r>
              <a:rPr lang="en-US" sz="1200">
                <a:ea typeface="+mn-lt"/>
                <a:cs typeface="+mn-lt"/>
              </a:rPr>
              <a:t>How insights are framed around:</a:t>
            </a:r>
            <a:endParaRPr lang="en-US"/>
          </a:p>
          <a:p>
            <a:pPr marL="381000" lvl="1" indent="-190500">
              <a:buFont typeface="Courier New" panose="05000000000000000000" pitchFamily="2" charset="2"/>
              <a:buChar char="o"/>
            </a:pPr>
            <a:r>
              <a:rPr lang="en-US" sz="1200">
                <a:ea typeface="+mn-lt"/>
                <a:cs typeface="+mn-lt"/>
              </a:rPr>
              <a:t>Cost</a:t>
            </a:r>
            <a:endParaRPr lang="en-US"/>
          </a:p>
          <a:p>
            <a:pPr marL="381000" lvl="1" indent="-190500">
              <a:buFont typeface="Courier New" panose="05000000000000000000" pitchFamily="2" charset="2"/>
              <a:buChar char="o"/>
            </a:pPr>
            <a:r>
              <a:rPr lang="en-US" sz="1200">
                <a:ea typeface="+mn-lt"/>
                <a:cs typeface="+mn-lt"/>
              </a:rPr>
              <a:t>Risk</a:t>
            </a:r>
            <a:endParaRPr lang="en-US"/>
          </a:p>
          <a:p>
            <a:pPr marL="381000" lvl="1" indent="-190500">
              <a:buFont typeface="Courier New" panose="05000000000000000000" pitchFamily="2" charset="2"/>
              <a:buChar char="o"/>
            </a:pPr>
            <a:r>
              <a:rPr lang="en-US" sz="1200">
                <a:ea typeface="+mn-lt"/>
                <a:cs typeface="+mn-lt"/>
              </a:rPr>
              <a:t>Budget impact</a:t>
            </a:r>
            <a:endParaRPr lang="en-US"/>
          </a:p>
          <a:p>
            <a:pPr marL="190500" indent="-190500"/>
            <a:r>
              <a:rPr lang="en-US" sz="1200">
                <a:ea typeface="+mn-lt"/>
                <a:cs typeface="+mn-lt"/>
              </a:rPr>
              <a:t>How UI/UX choices reduce resistance to change</a:t>
            </a:r>
            <a:endParaRPr lang="en-US"/>
          </a:p>
          <a:p>
            <a:pPr marL="190500" indent="-190500"/>
            <a:r>
              <a:rPr lang="en-US" sz="1200">
                <a:ea typeface="+mn-lt"/>
                <a:cs typeface="+mn-lt"/>
              </a:rPr>
              <a:t>H</a:t>
            </a:r>
            <a:r>
              <a:rPr lang="en-US" sz="1200">
                <a:effectLst/>
                <a:ea typeface="+mn-lt"/>
                <a:cs typeface="+mn-lt"/>
              </a:rPr>
              <a:t>ow </a:t>
            </a:r>
            <a:r>
              <a:rPr lang="en-US" sz="1200">
                <a:ea typeface="+mn-lt"/>
                <a:cs typeface="+mn-lt"/>
              </a:rPr>
              <a:t>explainability increases trust </a:t>
            </a:r>
            <a:r>
              <a:rPr lang="en-US" sz="1200">
                <a:effectLst/>
                <a:ea typeface="+mn-lt"/>
                <a:cs typeface="+mn-lt"/>
              </a:rPr>
              <a:t>in </a:t>
            </a:r>
            <a:r>
              <a:rPr lang="en-US" sz="1200">
                <a:ea typeface="+mn-lt"/>
                <a:cs typeface="+mn-lt"/>
              </a:rPr>
              <a:t>automated insights</a:t>
            </a:r>
            <a:endParaRPr lang="en-US"/>
          </a:p>
          <a:p>
            <a:pPr marL="0" indent="0">
              <a:buNone/>
            </a:pPr>
            <a:r>
              <a:rPr lang="en-US" sz="1200" b="1"/>
              <a:t>Considerations:</a:t>
            </a:r>
            <a:endParaRPr lang="en-US" sz="1200"/>
          </a:p>
          <a:p>
            <a:pPr marL="190500" indent="-190500">
              <a:buFont typeface="Wingdings" panose="020B0604020202020204" pitchFamily="34" charset="0"/>
              <a:buChar char="§"/>
            </a:pPr>
            <a:r>
              <a:rPr lang="en-US" sz="1200">
                <a:ea typeface="+mn-lt"/>
                <a:cs typeface="+mn-lt"/>
              </a:rPr>
              <a:t>Your role is not only technical, but organizational</a:t>
            </a:r>
          </a:p>
          <a:p>
            <a:pPr marL="190500" indent="-190500">
              <a:buFont typeface="Wingdings" panose="020B0604020202020204" pitchFamily="34" charset="0"/>
              <a:buChar char="§"/>
            </a:pPr>
            <a:r>
              <a:rPr lang="en-US" sz="1200">
                <a:ea typeface="+mn-lt"/>
                <a:cs typeface="+mn-lt"/>
              </a:rPr>
              <a:t>Explain how this solution fits into real finance workflows</a:t>
            </a:r>
            <a:endParaRPr lang="en-US">
              <a:ea typeface="+mn-lt"/>
              <a:cs typeface="+mn-lt"/>
            </a:endParaRPr>
          </a:p>
          <a:p>
            <a:pPr marL="190500" indent="-190500">
              <a:buFont typeface="Wingdings" panose="020B0604020202020204" pitchFamily="34" charset="0"/>
              <a:buChar char="§"/>
            </a:pPr>
            <a:r>
              <a:rPr lang="en-US" sz="1200">
                <a:ea typeface="+mn-lt"/>
                <a:cs typeface="+mn-lt"/>
              </a:rPr>
              <a:t>Discuss limitations and future improvements from an adoption perspective</a:t>
            </a:r>
            <a:endParaRPr lang="en-US">
              <a:ea typeface="+mn-lt"/>
              <a:cs typeface="+mn-lt"/>
            </a:endParaRPr>
          </a:p>
          <a:p>
            <a:pPr marL="0" indent="0">
              <a:buNone/>
            </a:pPr>
            <a:endParaRPr lang="en-US" sz="1200"/>
          </a:p>
          <a:p>
            <a:pPr marL="0" indent="0" rtl="0">
              <a:spcBef>
                <a:spcPts val="300"/>
              </a:spcBef>
              <a:spcAft>
                <a:spcPts val="300"/>
              </a:spcAft>
              <a:buNone/>
            </a:pPr>
            <a:endParaRPr lang="de-DE" sz="1200">
              <a:effectLst/>
            </a:endParaRPr>
          </a:p>
        </p:txBody>
      </p:sp>
      <p:sp>
        <p:nvSpPr>
          <p:cNvPr id="7" name="Textfeld 6">
            <a:extLst>
              <a:ext uri="{FF2B5EF4-FFF2-40B4-BE49-F238E27FC236}">
                <a16:creationId xmlns:a16="http://schemas.microsoft.com/office/drawing/2014/main" id="{1B6A1FEC-687C-1EA9-BC35-66656995817E}"/>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cxnSp>
        <p:nvCxnSpPr>
          <p:cNvPr id="5" name="Gerade Verbindung 4">
            <a:extLst>
              <a:ext uri="{FF2B5EF4-FFF2-40B4-BE49-F238E27FC236}">
                <a16:creationId xmlns:a16="http://schemas.microsoft.com/office/drawing/2014/main" id="{173495D4-3186-250A-A3D5-33693E67E820}"/>
              </a:ext>
            </a:extLst>
          </p:cNvPr>
          <p:cNvCxnSpPr/>
          <p:nvPr/>
        </p:nvCxnSpPr>
        <p:spPr>
          <a:xfrm>
            <a:off x="488946" y="1613617"/>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 name="Gerade Verbindung 5">
            <a:extLst>
              <a:ext uri="{FF2B5EF4-FFF2-40B4-BE49-F238E27FC236}">
                <a16:creationId xmlns:a16="http://schemas.microsoft.com/office/drawing/2014/main" id="{B2793DEC-CCA0-A0EE-BD6F-BB6BEED021B6}"/>
              </a:ext>
            </a:extLst>
          </p:cNvPr>
          <p:cNvCxnSpPr/>
          <p:nvPr/>
        </p:nvCxnSpPr>
        <p:spPr>
          <a:xfrm>
            <a:off x="6317288" y="1613617"/>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6477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76B6D-74A8-8614-813A-1D90EC64BD0B}"/>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57D0AFAE-8877-645B-E924-3850E703D4C1}"/>
              </a:ext>
            </a:extLst>
          </p:cNvPr>
          <p:cNvSpPr>
            <a:spLocks noGrp="1"/>
          </p:cNvSpPr>
          <p:nvPr>
            <p:ph type="title"/>
          </p:nvPr>
        </p:nvSpPr>
        <p:spPr/>
        <p:txBody>
          <a:bodyPr/>
          <a:lstStyle/>
          <a:p>
            <a:r>
              <a:rPr lang="de-DE"/>
              <a:t>Case </a:t>
            </a:r>
            <a:r>
              <a:rPr lang="de-DE" err="1"/>
              <a:t>study</a:t>
            </a:r>
            <a:r>
              <a:rPr lang="de-DE"/>
              <a:t> Submission</a:t>
            </a:r>
          </a:p>
        </p:txBody>
      </p:sp>
      <p:sp>
        <p:nvSpPr>
          <p:cNvPr id="3" name="Inhaltsplatzhalter 2">
            <a:extLst>
              <a:ext uri="{FF2B5EF4-FFF2-40B4-BE49-F238E27FC236}">
                <a16:creationId xmlns:a16="http://schemas.microsoft.com/office/drawing/2014/main" id="{A18B21B2-A8DF-7D77-85C7-4E0082662BE0}"/>
              </a:ext>
            </a:extLst>
          </p:cNvPr>
          <p:cNvSpPr>
            <a:spLocks noGrp="1"/>
          </p:cNvSpPr>
          <p:nvPr>
            <p:ph sz="quarter" idx="17"/>
          </p:nvPr>
        </p:nvSpPr>
        <p:spPr>
          <a:xfrm>
            <a:off x="488946" y="1413932"/>
            <a:ext cx="5396342" cy="5096883"/>
          </a:xfrm>
        </p:spPr>
        <p:txBody>
          <a:bodyPr vert="horz" lIns="0" tIns="0" rIns="0" bIns="0" rtlCol="0" anchor="t">
            <a:noAutofit/>
          </a:bodyPr>
          <a:lstStyle/>
          <a:p>
            <a:pPr marL="0" indent="0">
              <a:spcBef>
                <a:spcPts val="300"/>
              </a:spcBef>
              <a:buNone/>
            </a:pPr>
            <a:r>
              <a:rPr lang="de-DE" sz="1200" b="1" dirty="0" err="1">
                <a:solidFill>
                  <a:schemeClr val="tx2"/>
                </a:solidFill>
                <a:effectLst/>
                <a:latin typeface="+mj-lt"/>
              </a:rPr>
              <a:t>Submitting</a:t>
            </a:r>
            <a:r>
              <a:rPr lang="de-DE" sz="1200" b="1" dirty="0">
                <a:solidFill>
                  <a:schemeClr val="tx2"/>
                </a:solidFill>
                <a:effectLst/>
                <a:latin typeface="+mj-lt"/>
              </a:rPr>
              <a:t> </a:t>
            </a:r>
            <a:r>
              <a:rPr lang="de-DE" sz="1200" b="1" dirty="0" err="1">
                <a:solidFill>
                  <a:schemeClr val="tx2"/>
                </a:solidFill>
                <a:effectLst/>
                <a:latin typeface="+mj-lt"/>
              </a:rPr>
              <a:t>your</a:t>
            </a:r>
            <a:r>
              <a:rPr lang="de-DE" sz="1200" b="1" dirty="0">
                <a:solidFill>
                  <a:schemeClr val="tx2"/>
                </a:solidFill>
                <a:effectLst/>
                <a:latin typeface="+mj-lt"/>
              </a:rPr>
              <a:t> Case Study</a:t>
            </a:r>
          </a:p>
          <a:p>
            <a:pPr marL="0" indent="0">
              <a:spcBef>
                <a:spcPts val="300"/>
              </a:spcBef>
              <a:buNone/>
            </a:pPr>
            <a:r>
              <a:rPr lang="de-DE" sz="1200" dirty="0">
                <a:solidFill>
                  <a:schemeClr val="tx2"/>
                </a:solidFill>
                <a:latin typeface="+mj-lt"/>
              </a:rPr>
              <a:t>Duration: </a:t>
            </a:r>
            <a:r>
              <a:rPr lang="hu-HU" sz="1200" dirty="0">
                <a:solidFill>
                  <a:schemeClr val="tx2"/>
                </a:solidFill>
                <a:latin typeface="+mj-lt"/>
              </a:rPr>
              <a:t>5 </a:t>
            </a:r>
            <a:r>
              <a:rPr lang="de-DE" sz="1200" dirty="0">
                <a:solidFill>
                  <a:schemeClr val="tx2"/>
                </a:solidFill>
                <a:latin typeface="+mj-lt"/>
              </a:rPr>
              <a:t>Days </a:t>
            </a:r>
            <a:r>
              <a:rPr lang="de-DE" sz="1200" dirty="0" err="1">
                <a:solidFill>
                  <a:schemeClr val="tx2"/>
                </a:solidFill>
                <a:latin typeface="+mj-lt"/>
              </a:rPr>
              <a:t>from</a:t>
            </a:r>
            <a:r>
              <a:rPr lang="de-DE" sz="1200" dirty="0">
                <a:solidFill>
                  <a:schemeClr val="tx2"/>
                </a:solidFill>
                <a:latin typeface="+mj-lt"/>
              </a:rPr>
              <a:t> </a:t>
            </a:r>
            <a:r>
              <a:rPr lang="de-DE" sz="1200" dirty="0" err="1">
                <a:solidFill>
                  <a:schemeClr val="tx2"/>
                </a:solidFill>
                <a:latin typeface="+mj-lt"/>
              </a:rPr>
              <a:t>Recieving</a:t>
            </a:r>
            <a:r>
              <a:rPr lang="de-DE" sz="1200" dirty="0">
                <a:solidFill>
                  <a:schemeClr val="tx2"/>
                </a:solidFill>
                <a:latin typeface="+mj-lt"/>
              </a:rPr>
              <a:t> </a:t>
            </a:r>
            <a:r>
              <a:rPr lang="de-DE" sz="1200" dirty="0" err="1">
                <a:solidFill>
                  <a:schemeClr val="tx2"/>
                </a:solidFill>
                <a:latin typeface="+mj-lt"/>
              </a:rPr>
              <a:t>the</a:t>
            </a:r>
            <a:r>
              <a:rPr lang="de-DE" sz="1200" dirty="0">
                <a:solidFill>
                  <a:schemeClr val="tx2"/>
                </a:solidFill>
                <a:latin typeface="+mj-lt"/>
              </a:rPr>
              <a:t> Case </a:t>
            </a:r>
            <a:r>
              <a:rPr lang="de-DE" sz="1200" dirty="0" err="1">
                <a:solidFill>
                  <a:schemeClr val="tx2"/>
                </a:solidFill>
                <a:latin typeface="+mj-lt"/>
              </a:rPr>
              <a:t>study</a:t>
            </a:r>
            <a:r>
              <a:rPr lang="de-DE" sz="1200" dirty="0">
                <a:solidFill>
                  <a:schemeClr val="tx2"/>
                </a:solidFill>
                <a:latin typeface="+mj-lt"/>
              </a:rPr>
              <a:t>. Midnight </a:t>
            </a:r>
            <a:r>
              <a:rPr lang="de-DE" sz="1200" dirty="0" err="1">
                <a:solidFill>
                  <a:schemeClr val="tx2"/>
                </a:solidFill>
                <a:latin typeface="+mj-lt"/>
              </a:rPr>
              <a:t>of</a:t>
            </a:r>
            <a:r>
              <a:rPr lang="de-DE" sz="1200" dirty="0">
                <a:solidFill>
                  <a:schemeClr val="tx2"/>
                </a:solidFill>
                <a:latin typeface="+mj-lt"/>
              </a:rPr>
              <a:t> Last </a:t>
            </a:r>
            <a:r>
              <a:rPr lang="de-DE" sz="1200" dirty="0" err="1">
                <a:solidFill>
                  <a:schemeClr val="tx2"/>
                </a:solidFill>
                <a:latin typeface="+mj-lt"/>
              </a:rPr>
              <a:t>day</a:t>
            </a:r>
            <a:r>
              <a:rPr lang="de-DE" sz="1200" dirty="0">
                <a:solidFill>
                  <a:schemeClr val="tx2"/>
                </a:solidFill>
                <a:latin typeface="+mj-lt"/>
              </a:rPr>
              <a:t>.</a:t>
            </a:r>
          </a:p>
          <a:p>
            <a:pPr marL="0" indent="0">
              <a:spcBef>
                <a:spcPts val="300"/>
              </a:spcBef>
              <a:buNone/>
            </a:pPr>
            <a:r>
              <a:rPr lang="de-DE" sz="1200" dirty="0">
                <a:solidFill>
                  <a:schemeClr val="tx2"/>
                </a:solidFill>
                <a:latin typeface="+mj-lt"/>
              </a:rPr>
              <a:t>Send an email </a:t>
            </a:r>
            <a:r>
              <a:rPr lang="de-DE" sz="1200" dirty="0" err="1">
                <a:solidFill>
                  <a:schemeClr val="tx2"/>
                </a:solidFill>
                <a:latin typeface="+mj-lt"/>
              </a:rPr>
              <a:t>to</a:t>
            </a:r>
            <a:r>
              <a:rPr lang="de-DE" sz="1200" dirty="0">
                <a:solidFill>
                  <a:schemeClr val="tx2"/>
                </a:solidFill>
                <a:latin typeface="+mj-lt"/>
              </a:rPr>
              <a:t> </a:t>
            </a:r>
            <a:r>
              <a:rPr lang="de-DE" sz="1200" b="1" dirty="0">
                <a:solidFill>
                  <a:schemeClr val="tx2"/>
                </a:solidFill>
                <a:latin typeface="+mj-lt"/>
              </a:rPr>
              <a:t>ahmed.bhouri@bmw.hu </a:t>
            </a:r>
            <a:endParaRPr lang="hu-HU" sz="1200" b="1" dirty="0">
              <a:solidFill>
                <a:schemeClr val="tx2"/>
              </a:solidFill>
              <a:latin typeface="+mj-lt"/>
            </a:endParaRPr>
          </a:p>
          <a:p>
            <a:pPr marL="0" indent="0">
              <a:spcBef>
                <a:spcPts val="300"/>
              </a:spcBef>
              <a:buNone/>
            </a:pPr>
            <a:r>
              <a:rPr lang="de-DE" sz="1200" dirty="0">
                <a:solidFill>
                  <a:schemeClr val="tx2"/>
                </a:solidFill>
                <a:latin typeface="+mj-lt"/>
              </a:rPr>
              <a:t>With </a:t>
            </a:r>
            <a:r>
              <a:rPr lang="de-DE" sz="1200" dirty="0" err="1">
                <a:solidFill>
                  <a:schemeClr val="tx2"/>
                </a:solidFill>
                <a:latin typeface="+mj-lt"/>
              </a:rPr>
              <a:t>subject</a:t>
            </a:r>
            <a:r>
              <a:rPr lang="de-DE" sz="1200" dirty="0">
                <a:solidFill>
                  <a:schemeClr val="tx2"/>
                </a:solidFill>
                <a:latin typeface="+mj-lt"/>
              </a:rPr>
              <a:t>:</a:t>
            </a:r>
          </a:p>
          <a:p>
            <a:pPr marL="190500" lvl="1" indent="0">
              <a:spcBef>
                <a:spcPts val="300"/>
              </a:spcBef>
              <a:buNone/>
            </a:pPr>
            <a:r>
              <a:rPr lang="de-DE" sz="1200" dirty="0">
                <a:solidFill>
                  <a:schemeClr val="tx2"/>
                </a:solidFill>
                <a:latin typeface="+mj-lt"/>
              </a:rPr>
              <a:t>„</a:t>
            </a:r>
            <a:r>
              <a:rPr lang="de-DE" sz="1200" dirty="0" err="1">
                <a:solidFill>
                  <a:schemeClr val="tx2"/>
                </a:solidFill>
                <a:latin typeface="+mj-lt"/>
              </a:rPr>
              <a:t>Qlab</a:t>
            </a:r>
            <a:r>
              <a:rPr lang="de-DE" sz="1200" dirty="0">
                <a:solidFill>
                  <a:schemeClr val="tx2"/>
                </a:solidFill>
                <a:latin typeface="+mj-lt"/>
              </a:rPr>
              <a:t> Finance Case Study Design: </a:t>
            </a:r>
            <a:r>
              <a:rPr lang="de-DE" sz="1200" i="1" dirty="0">
                <a:solidFill>
                  <a:schemeClr val="tx2"/>
                </a:solidFill>
                <a:latin typeface="+mj-lt"/>
              </a:rPr>
              <a:t>Last Name, First Name“</a:t>
            </a:r>
            <a:endParaRPr lang="de-DE" sz="1200" b="1" dirty="0">
              <a:solidFill>
                <a:schemeClr val="tx2"/>
              </a:solidFill>
              <a:latin typeface="+mj-lt"/>
            </a:endParaRPr>
          </a:p>
          <a:p>
            <a:pPr marL="0" indent="0">
              <a:spcBef>
                <a:spcPts val="300"/>
              </a:spcBef>
              <a:buNone/>
            </a:pPr>
            <a:endParaRPr lang="de-DE" sz="1200" b="1" dirty="0">
              <a:solidFill>
                <a:schemeClr val="tx2"/>
              </a:solidFill>
            </a:endParaRPr>
          </a:p>
          <a:p>
            <a:pPr marL="0" indent="0">
              <a:spcBef>
                <a:spcPts val="300"/>
              </a:spcBef>
              <a:buNone/>
            </a:pPr>
            <a:r>
              <a:rPr lang="en-US" sz="1200" dirty="0"/>
              <a:t>Zip your notebooks/code files, name them ‘</a:t>
            </a:r>
            <a:r>
              <a:rPr lang="en-US" sz="1200" dirty="0" err="1"/>
              <a:t>Qlab_DS_LastName</a:t>
            </a:r>
            <a:r>
              <a:rPr lang="en-US" sz="1200" dirty="0"/>
              <a:t>,’ and send them to the </a:t>
            </a:r>
            <a:r>
              <a:rPr lang="en-US" sz="1200" u="sng" dirty="0"/>
              <a:t>ahmed.bhouri@bmw.hu </a:t>
            </a:r>
            <a:r>
              <a:rPr lang="en-US" sz="1200" dirty="0"/>
              <a:t>. </a:t>
            </a:r>
            <a:r>
              <a:rPr lang="de-DE" sz="1200" dirty="0"/>
              <a:t>Use </a:t>
            </a:r>
            <a:r>
              <a:rPr lang="de-DE" sz="1200" dirty="0" err="1"/>
              <a:t>the</a:t>
            </a:r>
            <a:r>
              <a:rPr lang="de-DE" sz="1200" dirty="0"/>
              <a:t> </a:t>
            </a:r>
            <a:r>
              <a:rPr lang="de-DE" sz="1200" dirty="0" err="1"/>
              <a:t>titles</a:t>
            </a:r>
            <a:r>
              <a:rPr lang="de-DE" sz="1200" dirty="0"/>
              <a:t> </a:t>
            </a:r>
            <a:r>
              <a:rPr lang="de-DE" sz="1200" dirty="0" err="1"/>
              <a:t>exactly</a:t>
            </a:r>
            <a:r>
              <a:rPr lang="de-DE" sz="1200" dirty="0"/>
              <a:t> </a:t>
            </a:r>
            <a:r>
              <a:rPr lang="de-DE" sz="1200" dirty="0" err="1"/>
              <a:t>as</a:t>
            </a:r>
            <a:r>
              <a:rPr lang="de-DE" sz="1200" dirty="0"/>
              <a:t> in </a:t>
            </a:r>
            <a:r>
              <a:rPr lang="de-DE" sz="1200" dirty="0" err="1"/>
              <a:t>the</a:t>
            </a:r>
            <a:r>
              <a:rPr lang="de-DE" sz="1200" dirty="0"/>
              <a:t> </a:t>
            </a:r>
            <a:r>
              <a:rPr lang="de-DE" sz="1200" dirty="0" err="1"/>
              <a:t>above</a:t>
            </a:r>
            <a:r>
              <a:rPr lang="de-DE" sz="1200" dirty="0"/>
              <a:t> „</a:t>
            </a:r>
            <a:r>
              <a:rPr lang="de-DE" sz="1200" dirty="0" err="1">
                <a:solidFill>
                  <a:schemeClr val="tx2"/>
                </a:solidFill>
              </a:rPr>
              <a:t>Deliverable</a:t>
            </a:r>
            <a:r>
              <a:rPr lang="de-DE" sz="1200" dirty="0">
                <a:solidFill>
                  <a:schemeClr val="tx2"/>
                </a:solidFill>
              </a:rPr>
              <a:t> Package </a:t>
            </a:r>
            <a:r>
              <a:rPr lang="de-DE" sz="1200" dirty="0"/>
              <a:t>“ </a:t>
            </a:r>
            <a:r>
              <a:rPr lang="de-DE" sz="1200" dirty="0" err="1"/>
              <a:t>for</a:t>
            </a:r>
            <a:r>
              <a:rPr lang="de-DE" sz="1200" dirty="0"/>
              <a:t> </a:t>
            </a:r>
            <a:r>
              <a:rPr lang="en-US" sz="1200" dirty="0"/>
              <a:t>notebooks/code </a:t>
            </a:r>
            <a:r>
              <a:rPr lang="de-DE" sz="1200" dirty="0" err="1"/>
              <a:t>file</a:t>
            </a:r>
            <a:r>
              <a:rPr lang="de-DE" sz="1200" dirty="0"/>
              <a:t> </a:t>
            </a:r>
            <a:r>
              <a:rPr lang="de-DE" sz="1200" dirty="0" err="1"/>
              <a:t>names</a:t>
            </a:r>
            <a:endParaRPr lang="de-DE" sz="1200" dirty="0"/>
          </a:p>
          <a:p>
            <a:pPr marL="0" indent="0">
              <a:spcBef>
                <a:spcPts val="300"/>
              </a:spcBef>
              <a:buNone/>
            </a:pPr>
            <a:r>
              <a:rPr lang="de-DE" sz="1200" dirty="0" err="1"/>
              <a:t>We</a:t>
            </a:r>
            <a:r>
              <a:rPr lang="de-DE" sz="1200" dirty="0"/>
              <a:t> </a:t>
            </a:r>
            <a:r>
              <a:rPr lang="de-DE" sz="1200" dirty="0" err="1"/>
              <a:t>look</a:t>
            </a:r>
            <a:r>
              <a:rPr lang="de-DE" sz="1200" dirty="0"/>
              <a:t> </a:t>
            </a:r>
            <a:r>
              <a:rPr lang="de-DE" sz="1200" dirty="0" err="1"/>
              <a:t>forward</a:t>
            </a:r>
            <a:r>
              <a:rPr lang="de-DE" sz="1200" dirty="0"/>
              <a:t> </a:t>
            </a:r>
            <a:r>
              <a:rPr lang="de-DE" sz="1200" dirty="0" err="1"/>
              <a:t>to</a:t>
            </a:r>
            <a:r>
              <a:rPr lang="de-DE" sz="1200" dirty="0"/>
              <a:t> </a:t>
            </a:r>
            <a:r>
              <a:rPr lang="de-DE" sz="1200" dirty="0" err="1"/>
              <a:t>seeing</a:t>
            </a:r>
            <a:r>
              <a:rPr lang="de-DE" sz="1200" dirty="0"/>
              <a:t> </a:t>
            </a:r>
            <a:r>
              <a:rPr lang="de-DE" sz="1200" dirty="0" err="1"/>
              <a:t>the</a:t>
            </a:r>
            <a:r>
              <a:rPr lang="de-DE" sz="1200" dirty="0"/>
              <a:t> </a:t>
            </a:r>
            <a:r>
              <a:rPr lang="de-DE" sz="1200" dirty="0" err="1"/>
              <a:t>results</a:t>
            </a:r>
            <a:r>
              <a:rPr lang="de-DE" sz="1200" dirty="0"/>
              <a:t>!</a:t>
            </a:r>
          </a:p>
        </p:txBody>
      </p:sp>
      <p:sp>
        <p:nvSpPr>
          <p:cNvPr id="7" name="Textfeld 6">
            <a:extLst>
              <a:ext uri="{FF2B5EF4-FFF2-40B4-BE49-F238E27FC236}">
                <a16:creationId xmlns:a16="http://schemas.microsoft.com/office/drawing/2014/main" id="{A6FD0F63-8260-B222-FA0D-2EC80F857C29}"/>
              </a:ext>
            </a:extLst>
          </p:cNvPr>
          <p:cNvSpPr txBox="1"/>
          <p:nvPr/>
        </p:nvSpPr>
        <p:spPr>
          <a:xfrm>
            <a:off x="12831097" y="8052619"/>
            <a:ext cx="65" cy="276999"/>
          </a:xfrm>
          <a:prstGeom prst="rect">
            <a:avLst/>
          </a:prstGeom>
        </p:spPr>
        <p:txBody>
          <a:bodyPr vert="horz" wrap="non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endParaRPr lang="de-DE" sz="1800" kern="1200" err="1">
              <a:solidFill>
                <a:schemeClr val="tx1"/>
              </a:solidFill>
              <a:latin typeface="+mn-lt"/>
              <a:ea typeface="+mn-ea"/>
              <a:cs typeface="+mn-cs"/>
            </a:endParaRPr>
          </a:p>
        </p:txBody>
      </p:sp>
      <p:pic>
        <p:nvPicPr>
          <p:cNvPr id="19" name="Inhaltsplatzhalter 18">
            <a:extLst>
              <a:ext uri="{FF2B5EF4-FFF2-40B4-BE49-F238E27FC236}">
                <a16:creationId xmlns:a16="http://schemas.microsoft.com/office/drawing/2014/main" id="{A98F6BF6-4EDB-AC58-A2F3-25BABA4E34B9}"/>
              </a:ext>
            </a:extLst>
          </p:cNvPr>
          <p:cNvPicPr>
            <a:picLocks noGrp="1" noChangeAspect="1"/>
          </p:cNvPicPr>
          <p:nvPr>
            <p:ph sz="quarter" idx="19"/>
          </p:nvPr>
        </p:nvPicPr>
        <p:blipFill>
          <a:blip r:embed="rId2" cstate="print">
            <a:extLst>
              <a:ext uri="{28A0092B-C50C-407E-A947-70E740481C1C}">
                <a14:useLocalDpi xmlns:a14="http://schemas.microsoft.com/office/drawing/2010/main" val="0"/>
              </a:ext>
            </a:extLst>
          </a:blip>
          <a:stretch>
            <a:fillRect/>
          </a:stretch>
        </p:blipFill>
        <p:spPr>
          <a:xfrm>
            <a:off x="6568282" y="1414463"/>
            <a:ext cx="4894262" cy="4894262"/>
          </a:xfrm>
        </p:spPr>
      </p:pic>
      <p:cxnSp>
        <p:nvCxnSpPr>
          <p:cNvPr id="5" name="Gerade Verbindung 4">
            <a:extLst>
              <a:ext uri="{FF2B5EF4-FFF2-40B4-BE49-F238E27FC236}">
                <a16:creationId xmlns:a16="http://schemas.microsoft.com/office/drawing/2014/main" id="{42E41914-9E2D-1B9F-3615-EA0D98DA165D}"/>
              </a:ext>
            </a:extLst>
          </p:cNvPr>
          <p:cNvCxnSpPr/>
          <p:nvPr/>
        </p:nvCxnSpPr>
        <p:spPr>
          <a:xfrm>
            <a:off x="488946" y="1613617"/>
            <a:ext cx="5504598"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8335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BMW Group 2021">
  <a:themeElements>
    <a:clrScheme name="BMW Group 21">
      <a:dk1>
        <a:srgbClr val="000000"/>
      </a:dk1>
      <a:lt1>
        <a:srgbClr val="FFFFFF"/>
      </a:lt1>
      <a:dk2>
        <a:srgbClr val="035970"/>
      </a:dk2>
      <a:lt2>
        <a:srgbClr val="92A2BD"/>
      </a:lt2>
      <a:accent1>
        <a:srgbClr val="548D9E"/>
      </a:accent1>
      <a:accent2>
        <a:srgbClr val="85ACB9"/>
      </a:accent2>
      <a:accent3>
        <a:srgbClr val="ABC4CF"/>
      </a:accent3>
      <a:accent4>
        <a:srgbClr val="C8D7E0"/>
      </a:accent4>
      <a:accent5>
        <a:srgbClr val="DEE5EC"/>
      </a:accent5>
      <a:accent6>
        <a:srgbClr val="E8EBF1"/>
      </a:accent6>
      <a:hlink>
        <a:srgbClr val="000000"/>
      </a:hlink>
      <a:folHlink>
        <a:srgbClr val="000000"/>
      </a:folHlink>
    </a:clrScheme>
    <a:fontScheme name="BMW Group 2021">
      <a:majorFont>
        <a:latin typeface="BMWGroupTN Condensed"/>
        <a:ea typeface=""/>
        <a:cs typeface=""/>
      </a:majorFont>
      <a:minorFont>
        <a:latin typeface="BMWGroupTN Condensed"/>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19050">
          <a:noFill/>
          <a:miter lim="800000"/>
        </a:ln>
      </a:spPr>
      <a:bodyPr rtlCol="0" anchor="t" anchorCtr="0"/>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spAutoFit/>
      </a:bodyPr>
      <a:lstStyle>
        <a:defPPr marL="0" indent="0" algn="l" defTabSz="914400" rtl="0" eaLnBrk="1" latinLnBrk="0" hangingPunct="1">
          <a:lnSpc>
            <a:spcPct val="100000"/>
          </a:lnSpc>
          <a:spcBef>
            <a:spcPts val="0"/>
          </a:spcBef>
          <a:spcAft>
            <a:spcPts val="600"/>
          </a:spcAft>
          <a:buClr>
            <a:schemeClr val="tx2"/>
          </a:buClr>
          <a:buFontTx/>
          <a:buNone/>
          <a:defRPr sz="1800" kern="1200" dirty="0" err="1" smtClean="0">
            <a:solidFill>
              <a:schemeClr val="tx1"/>
            </a:solidFill>
            <a:latin typeface="+mn-lt"/>
            <a:ea typeface="+mn-ea"/>
            <a:cs typeface="+mn-cs"/>
          </a:defRPr>
        </a:defPPr>
      </a:lstStyle>
    </a:txDef>
  </a:objectDefaults>
  <a:extraClrSchemeLst/>
  <a:custClrLst>
    <a:custClr name="Ocean Blue">
      <a:srgbClr val="035970"/>
    </a:custClr>
    <a:custClr name="Night Blue">
      <a:srgbClr val="173B68"/>
    </a:custClr>
    <a:custClr name="Sky Blue">
      <a:srgbClr val="7B9AC0"/>
    </a:custClr>
    <a:custClr name="Turquoise">
      <a:srgbClr val="009A97"/>
    </a:custClr>
    <a:custClr name="Yellow">
      <a:srgbClr val="FAD022"/>
    </a:custClr>
    <a:custClr name="Orange">
      <a:srgbClr val="E96D0C"/>
    </a:custClr>
    <a:custClr name="Purple">
      <a:srgbClr val="8D1E77"/>
    </a:custClr>
    <a:custClr name="Red">
      <a:srgbClr val="AC1640"/>
    </a:custClr>
    <a:custClr name="Cyan">
      <a:srgbClr val="079EDA"/>
    </a:custClr>
    <a:custClr name="Green">
      <a:srgbClr val="508130"/>
    </a:custClr>
    <a:custClr name="Ocean Blue darker">
      <a:srgbClr val="024152"/>
    </a:custClr>
    <a:custClr name="Night Blue darker">
      <a:srgbClr val="133155"/>
    </a:custClr>
    <a:custClr name="Sky Blue darker">
      <a:srgbClr val="5179A9"/>
    </a:custClr>
    <a:custClr name="Turquoise darker">
      <a:srgbClr val="00777A"/>
    </a:custClr>
    <a:custClr name="Yellow darker">
      <a:srgbClr val="D2A000"/>
    </a:custClr>
    <a:custClr name="Orange darker">
      <a:srgbClr val="AF5009"/>
    </a:custClr>
    <a:custClr name="Purple darker">
      <a:srgbClr val="6B175B"/>
    </a:custClr>
    <a:custClr name="Red darker">
      <a:srgbClr val="76102D"/>
    </a:custClr>
    <a:custClr name="Cyan darker">
      <a:srgbClr val="05709B"/>
    </a:custClr>
    <a:custClr name="Green darker">
      <a:srgbClr val="365620"/>
    </a:custClr>
    <a:custClr name="Ocean Blue 30% lighter">
      <a:srgbClr val="4F8B9B"/>
    </a:custClr>
    <a:custClr name="Night Blue 30% lighter">
      <a:srgbClr val="687F9D"/>
    </a:custClr>
    <a:custClr name="Sky Blue 30% lighter">
      <a:srgbClr val="A8BED4"/>
    </a:custClr>
    <a:custClr name="Turquoise 30% lighter">
      <a:srgbClr val="66C2C1"/>
    </a:custClr>
    <a:custClr name="Yellow 30% lighter">
      <a:srgbClr val="FCE37A"/>
    </a:custClr>
    <a:custClr name="Orange 30% lighter">
      <a:srgbClr val="F69954"/>
    </a:custClr>
    <a:custClr name="Purple 30% lighter">
      <a:srgbClr val="BB78AD"/>
    </a:custClr>
    <a:custClr name="Red 30% lighter">
      <a:srgbClr val="CD738C"/>
    </a:custClr>
    <a:custClr name="Cyan 30% lighter">
      <a:srgbClr val="6DCBF1"/>
    </a:custClr>
    <a:custClr name="Green 30% lighter">
      <a:srgbClr val="8BB86D"/>
    </a:custClr>
    <a:custClr name="Ocean Blue 60% lighter">
      <a:srgbClr val="A7C5CD"/>
    </a:custClr>
    <a:custClr name="Night Blue 60% lighter">
      <a:srgbClr val="B9C4D1"/>
    </a:custClr>
    <a:custClr name="Sky Blue 60% lighter">
      <a:srgbClr val="D0DDE8"/>
    </a:custClr>
    <a:custClr name="Turquoise 60% lighter">
      <a:srgbClr val="B2E0E0"/>
    </a:custClr>
    <a:custClr name="Yellow 60% lighter">
      <a:srgbClr val="FDF1BC"/>
    </a:custClr>
    <a:custClr name="Orange 60% lighter">
      <a:srgbClr val="FBCCA9"/>
    </a:custClr>
    <a:custClr name="Purple 60% lighter">
      <a:srgbClr val="DDBBD6"/>
    </a:custClr>
    <a:custClr name="Red 60% lighter">
      <a:srgbClr val="E6B9C5"/>
    </a:custClr>
    <a:custClr name="Cyan 60% lighter">
      <a:srgbClr val="B1E7FD"/>
    </a:custClr>
    <a:custClr name="Green 60% lighter">
      <a:srgbClr val="C9DEBB"/>
    </a:custClr>
  </a:custClrLst>
  <a:extLst>
    <a:ext uri="{05A4C25C-085E-4340-85A3-A5531E510DB2}">
      <thm15:themeFamily xmlns:thm15="http://schemas.microsoft.com/office/thememl/2012/main" name="BMWG_BMW+MINI.potx" id="{3F9DCDCE-F464-445A-8D70-523E6EEF180D}" vid="{4C66E249-807F-4D8A-A3F4-6EBB813A92F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0ae4bfe-719b-40b1-a74e-14fe77b6e751">
      <Terms xmlns="http://schemas.microsoft.com/office/infopath/2007/PartnerControls"/>
    </lcf76f155ced4ddcb4097134ff3c332f>
    <TaxCatchAll xmlns="461de647-b866-43d6-bb83-850c3175e1c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C8292977F511241AE3E82A8798A7AD2" ma:contentTypeVersion="14" ma:contentTypeDescription="Create a new document." ma:contentTypeScope="" ma:versionID="d05bf21d826393f389e2ba71c3d09042">
  <xsd:schema xmlns:xsd="http://www.w3.org/2001/XMLSchema" xmlns:xs="http://www.w3.org/2001/XMLSchema" xmlns:p="http://schemas.microsoft.com/office/2006/metadata/properties" xmlns:ns2="f0ae4bfe-719b-40b1-a74e-14fe77b6e751" xmlns:ns3="461de647-b866-43d6-bb83-850c3175e1c9" targetNamespace="http://schemas.microsoft.com/office/2006/metadata/properties" ma:root="true" ma:fieldsID="20faa8eda32abb8a10c4481a2f64b0b2" ns2:_="" ns3:_="">
    <xsd:import namespace="f0ae4bfe-719b-40b1-a74e-14fe77b6e751"/>
    <xsd:import namespace="461de647-b866-43d6-bb83-850c3175e1c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ae4bfe-719b-40b1-a74e-14fe77b6e7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96b8e5b-1f52-4d89-9d30-0680d0269bb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61de647-b866-43d6-bb83-850c3175e1c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2aad949-01a9-40f8-b27c-2c0da09e9795}" ma:internalName="TaxCatchAll" ma:showField="CatchAllData" ma:web="461de647-b866-43d6-bb83-850c3175e1c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3A68078-F6E9-4BD7-AE60-FFF72E0471A2}">
  <ds:schemaRefs>
    <ds:schemaRef ds:uri="http://schemas.microsoft.com/sharepoint/v3/contenttype/forms"/>
  </ds:schemaRefs>
</ds:datastoreItem>
</file>

<file path=customXml/itemProps2.xml><?xml version="1.0" encoding="utf-8"?>
<ds:datastoreItem xmlns:ds="http://schemas.openxmlformats.org/officeDocument/2006/customXml" ds:itemID="{0A0AAFDA-9A91-4108-AD23-B1B31045FA60}">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61de647-b866-43d6-bb83-850c3175e1c9"/>
    <ds:schemaRef ds:uri="f0ae4bfe-719b-40b1-a74e-14fe77b6e751"/>
    <ds:schemaRef ds:uri="http://www.w3.org/XML/1998/namespace"/>
    <ds:schemaRef ds:uri="http://purl.org/dc/dcmitype/"/>
  </ds:schemaRefs>
</ds:datastoreItem>
</file>

<file path=customXml/itemProps3.xml><?xml version="1.0" encoding="utf-8"?>
<ds:datastoreItem xmlns:ds="http://schemas.openxmlformats.org/officeDocument/2006/customXml" ds:itemID="{1297ACE5-33AF-4D30-9FA6-053ADC8B2F2B}">
  <ds:schemaRefs>
    <ds:schemaRef ds:uri="461de647-b866-43d6-bb83-850c3175e1c9"/>
    <ds:schemaRef ds:uri="f0ae4bfe-719b-40b1-a74e-14fe77b6e75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6935750-240b-48e4-a615-66942a738439}" enabled="1" method="Standard" siteId="{ce849bab-cc1c-465b-b62e-18f07c9ac198}"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1487</Words>
  <Application>Microsoft Office PowerPoint</Application>
  <PresentationFormat>Widescreen</PresentationFormat>
  <Paragraphs>168</Paragraphs>
  <Slides>7</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20" baseType="lpstr">
      <vt:lpstr>Aptos</vt:lpstr>
      <vt:lpstr>Aptos Display</vt:lpstr>
      <vt:lpstr>Arial</vt:lpstr>
      <vt:lpstr>BMW Group Condensed</vt:lpstr>
      <vt:lpstr>BMWGroupTN Condensed</vt:lpstr>
      <vt:lpstr>BMWGroupTN Light</vt:lpstr>
      <vt:lpstr>Courier New</vt:lpstr>
      <vt:lpstr>Courier New,monospace</vt:lpstr>
      <vt:lpstr>Wingdings</vt:lpstr>
      <vt:lpstr>Wingdings,Sans-Serif</vt:lpstr>
      <vt:lpstr>office theme</vt:lpstr>
      <vt:lpstr>BMW Group 2021</vt:lpstr>
      <vt:lpstr>think-cell Slide</vt:lpstr>
      <vt:lpstr>Skills Interview –  Case Study</vt:lpstr>
      <vt:lpstr>Introduction</vt:lpstr>
      <vt:lpstr>Case Study</vt:lpstr>
      <vt:lpstr>Case Study (2/4)</vt:lpstr>
      <vt:lpstr>Case Study (3/4)</vt:lpstr>
      <vt:lpstr>Case Study (4/4)</vt:lpstr>
      <vt:lpstr>Case study Submission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Illes Mate, TH-71</dc:creator>
  <cp:lastModifiedBy>Illes Mate, TH-71</cp:lastModifiedBy>
  <cp:revision>3</cp:revision>
  <dcterms:created xsi:type="dcterms:W3CDTF">2024-09-09T16:08:14Z</dcterms:created>
  <dcterms:modified xsi:type="dcterms:W3CDTF">2025-12-18T09:56:31Z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0x010100AC8292977F511241AE3E82A8798A7AD2</vt:lpwstr>
  </property>
  <property fmtid="{D5CDD505-2E9C-101B-9397-08002B2CF9AE}" pid="3" name="MediaServiceImageTags">
    <vt:lpwstr/>
  </property>
  <property fmtid="{D5CDD505-2E9C-101B-9397-08002B2CF9AE}" pid="4" name="Order0">
    <vt:r8>2</vt:r8>
  </property>
  <property fmtid="{D5CDD505-2E9C-101B-9397-08002B2CF9AE}" pid="5" name="ClassificationContentMarkingFooterLocations">
    <vt:lpwstr>office theme:8\BMW Group 2021:4</vt:lpwstr>
  </property>
  <property fmtid="{D5CDD505-2E9C-101B-9397-08002B2CF9AE}" pid="6" name="ClassificationContentMarkingFooterText">
    <vt:lpwstr>CONFIDENTIAL</vt:lpwstr>
  </property>
</Properties>
</file>